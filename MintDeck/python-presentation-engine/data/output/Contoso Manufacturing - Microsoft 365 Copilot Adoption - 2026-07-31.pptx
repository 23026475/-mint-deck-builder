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4.svg" ContentType="image/svg+xml"/>
  <Override PartName="/ppt/media/image36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7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0"/>
  </p:notesMasterIdLst>
  <p:handoutMasterIdLst>
    <p:handoutMasterId r:id="rId31"/>
  </p:handout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31C89C-05FF-4A19-A8CB-AC2A5F6B3B7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E46"/>
    <a:srgbClr val="184B9A"/>
    <a:srgbClr val="65A1D7"/>
    <a:srgbClr val="020C45"/>
    <a:srgbClr val="0195DF"/>
    <a:srgbClr val="CFD8DB"/>
    <a:srgbClr val="F15022"/>
    <a:srgbClr val="01A3EE"/>
    <a:srgbClr val="FFBB0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7" autoAdjust="0"/>
    <p:restoredTop sz="94601" autoAdjust="0"/>
  </p:normalViewPr>
  <p:slideViewPr>
    <p:cSldViewPr snapToGrid="0">
      <p:cViewPr>
        <p:scale>
          <a:sx n="90" d="100"/>
          <a:sy n="90" d="100"/>
        </p:scale>
        <p:origin x="9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444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14F0F6-EB92-0161-84AB-0ADF8D912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F39FB-7148-63E0-F18F-7BC5B115A3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4F56A-B27E-4DAB-A396-B023A441FB94}" type="datetimeFigureOut">
              <a:rPr lang="en-ZA" smtClean="0"/>
              <a:t>2026/07/22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ED67-959E-9F9F-4F2C-2E56339AC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B0693-7013-29FF-6AB0-57A20418AE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0EDDE-4701-4CA5-A965-1BAEEB38D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0285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1E4FD-EF3C-49AF-886A-62D5286CD0D7}" type="datetimeFigureOut">
              <a:rPr lang="en-ZA" smtClean="0"/>
              <a:t>2026/07/22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5CE6D-5C3C-47E1-ADB7-0BCA1B090A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126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1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1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sv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sv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jpe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jpe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56.svg"/><Relationship Id="rId5" Type="http://schemas.openxmlformats.org/officeDocument/2006/relationships/image" Target="../media/image5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56.svg"/><Relationship Id="rId5" Type="http://schemas.openxmlformats.org/officeDocument/2006/relationships/image" Target="../media/image58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eg"/><Relationship Id="rId3" Type="http://schemas.openxmlformats.org/officeDocument/2006/relationships/image" Target="../media/image60.svg"/><Relationship Id="rId4" Type="http://schemas.openxmlformats.org/officeDocument/2006/relationships/image" Target="../media/image6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eg"/><Relationship Id="rId3" Type="http://schemas.openxmlformats.org/officeDocument/2006/relationships/image" Target="../media/image60.svg"/><Relationship Id="rId4" Type="http://schemas.openxmlformats.org/officeDocument/2006/relationships/image" Target="../media/image6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56.svg"/><Relationship Id="rId4" Type="http://schemas.openxmlformats.org/officeDocument/2006/relationships/image" Target="../media/image58.svg"/><Relationship Id="rId5" Type="http://schemas.openxmlformats.org/officeDocument/2006/relationships/image" Target="../media/image64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56.svg"/><Relationship Id="rId4" Type="http://schemas.openxmlformats.org/officeDocument/2006/relationships/image" Target="../media/image58.svg"/><Relationship Id="rId5" Type="http://schemas.openxmlformats.org/officeDocument/2006/relationships/image" Target="../media/image64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7.jpeg"/><Relationship Id="rId3" Type="http://schemas.openxmlformats.org/officeDocument/2006/relationships/image" Target="../media/image68.png"/><Relationship Id="rId4" Type="http://schemas.openxmlformats.org/officeDocument/2006/relationships/image" Target="../media/image5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7.jpeg"/><Relationship Id="rId3" Type="http://schemas.openxmlformats.org/officeDocument/2006/relationships/image" Target="../media/image68.png"/><Relationship Id="rId4" Type="http://schemas.openxmlformats.org/officeDocument/2006/relationships/image" Target="../media/image5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jpeg"/><Relationship Id="rId3" Type="http://schemas.openxmlformats.org/officeDocument/2006/relationships/image" Target="../media/image56.svg"/><Relationship Id="rId4" Type="http://schemas.openxmlformats.org/officeDocument/2006/relationships/image" Target="../media/image70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jpeg"/><Relationship Id="rId3" Type="http://schemas.openxmlformats.org/officeDocument/2006/relationships/image" Target="../media/image56.svg"/><Relationship Id="rId4" Type="http://schemas.openxmlformats.org/officeDocument/2006/relationships/image" Target="../media/image70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1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2.jp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2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70" y="2372897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0470" y="4330681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70" y="2372897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0470" y="4330681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954" y="2372903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5954" y="4301658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421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954" y="2372903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5954" y="4301658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42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083" y="2329359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5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083" y="4287143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82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083" y="2329359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5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083" y="4287143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82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EF65C143-BFE9-349B-61EC-1213D1A893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7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EF65C143-BFE9-349B-61EC-1213D1A893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7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int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hoto of Mint Group team members at work">
            <a:extLst>
              <a:ext uri="{FF2B5EF4-FFF2-40B4-BE49-F238E27FC236}">
                <a16:creationId xmlns:a16="http://schemas.microsoft.com/office/drawing/2014/main" id="{2B078827-E4C7-CE30-EDF4-A654076D9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0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int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hoto of Mint Group team members at work">
            <a:extLst>
              <a:ext uri="{FF2B5EF4-FFF2-40B4-BE49-F238E27FC236}">
                <a16:creationId xmlns:a16="http://schemas.microsoft.com/office/drawing/2014/main" id="{2B078827-E4C7-CE30-EDF4-A654076D9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0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Designations Bad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Photo of Mint Group team members at work">
            <a:extLst>
              <a:ext uri="{FF2B5EF4-FFF2-40B4-BE49-F238E27FC236}">
                <a16:creationId xmlns:a16="http://schemas.microsoft.com/office/drawing/2014/main" id="{8D9794C9-B4B8-F7FE-53BF-FF5A0D55B1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5E09A5B-885E-CBBD-3F94-B74BF05630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40" y="1387041"/>
            <a:ext cx="2969721" cy="156031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97A8EE-249C-07A2-EC3F-19DFBC20B7D6}"/>
              </a:ext>
            </a:extLst>
          </p:cNvPr>
          <p:cNvGrpSpPr/>
          <p:nvPr userDrawn="1"/>
        </p:nvGrpSpPr>
        <p:grpSpPr>
          <a:xfrm>
            <a:off x="241162" y="3117122"/>
            <a:ext cx="11709673" cy="2684342"/>
            <a:chOff x="1187407" y="3097026"/>
            <a:chExt cx="9301705" cy="2132336"/>
          </a:xfrm>
        </p:grpSpPr>
        <p:pic>
          <p:nvPicPr>
            <p:cNvPr id="12" name="Picture 11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7B635C18-4C31-0050-D156-A000A0D973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1532" y="3097026"/>
              <a:ext cx="1384357" cy="1490540"/>
            </a:xfrm>
            <a:prstGeom prst="rect">
              <a:avLst/>
            </a:prstGeom>
          </p:spPr>
        </p:pic>
        <p:pic>
          <p:nvPicPr>
            <p:cNvPr id="14" name="Picture 13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FE4E7A92-562E-21F1-B75D-6F9314834D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4754" y="3097026"/>
              <a:ext cx="1384358" cy="1390994"/>
            </a:xfrm>
            <a:prstGeom prst="rect">
              <a:avLst/>
            </a:prstGeom>
          </p:spPr>
        </p:pic>
        <p:pic>
          <p:nvPicPr>
            <p:cNvPr id="3" name="Picture 2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2A5371B2-434F-CEA1-F0D4-F610641E87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8092" y="3097026"/>
              <a:ext cx="1547716" cy="1644170"/>
            </a:xfrm>
            <a:prstGeom prst="rect">
              <a:avLst/>
            </a:prstGeom>
          </p:spPr>
        </p:pic>
        <p:pic>
          <p:nvPicPr>
            <p:cNvPr id="5" name="Picture 4" descr="A close-up of a phone&#10;&#10;AI-generated content may be incorrect.">
              <a:extLst>
                <a:ext uri="{FF2B5EF4-FFF2-40B4-BE49-F238E27FC236}">
                  <a16:creationId xmlns:a16="http://schemas.microsoft.com/office/drawing/2014/main" id="{67B99065-2775-B09A-B8CF-82475B96A7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3103" y="3097026"/>
              <a:ext cx="1579564" cy="2132336"/>
            </a:xfrm>
            <a:prstGeom prst="rect">
              <a:avLst/>
            </a:prstGeom>
          </p:spPr>
        </p:pic>
        <p:pic>
          <p:nvPicPr>
            <p:cNvPr id="9" name="Picture 8" descr="A close-up of a card&#10;&#10;AI-generated content may be incorrect.">
              <a:extLst>
                <a:ext uri="{FF2B5EF4-FFF2-40B4-BE49-F238E27FC236}">
                  <a16:creationId xmlns:a16="http://schemas.microsoft.com/office/drawing/2014/main" id="{71FF1FC8-9B93-C17E-7E5C-C1C7C4B3B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4673" y="3097026"/>
              <a:ext cx="1579565" cy="1791588"/>
            </a:xfrm>
            <a:prstGeom prst="rect">
              <a:avLst/>
            </a:prstGeom>
          </p:spPr>
        </p:pic>
        <p:pic>
          <p:nvPicPr>
            <p:cNvPr id="16" name="Picture 15" descr="A white rectangular sign with text&#10;&#10;Description automatically generated">
              <a:extLst>
                <a:ext uri="{FF2B5EF4-FFF2-40B4-BE49-F238E27FC236}">
                  <a16:creationId xmlns:a16="http://schemas.microsoft.com/office/drawing/2014/main" id="{FE5DB685-0751-B2F3-0469-104898E21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407" y="3097026"/>
              <a:ext cx="1381820" cy="8452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483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Designations Bad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Photo of Mint Group team members at work">
            <a:extLst>
              <a:ext uri="{FF2B5EF4-FFF2-40B4-BE49-F238E27FC236}">
                <a16:creationId xmlns:a16="http://schemas.microsoft.com/office/drawing/2014/main" id="{8D9794C9-B4B8-F7FE-53BF-FF5A0D55B1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5E09A5B-885E-CBBD-3F94-B74BF05630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40" y="1387041"/>
            <a:ext cx="2969721" cy="156031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97A8EE-249C-07A2-EC3F-19DFBC20B7D6}"/>
              </a:ext>
            </a:extLst>
          </p:cNvPr>
          <p:cNvGrpSpPr/>
          <p:nvPr userDrawn="1"/>
        </p:nvGrpSpPr>
        <p:grpSpPr>
          <a:xfrm>
            <a:off x="241162" y="3117122"/>
            <a:ext cx="11709673" cy="2684342"/>
            <a:chOff x="1187407" y="3097026"/>
            <a:chExt cx="9301705" cy="2132336"/>
          </a:xfrm>
        </p:grpSpPr>
        <p:pic>
          <p:nvPicPr>
            <p:cNvPr id="12" name="Picture 11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7B635C18-4C31-0050-D156-A000A0D973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1532" y="3097026"/>
              <a:ext cx="1384357" cy="1490540"/>
            </a:xfrm>
            <a:prstGeom prst="rect">
              <a:avLst/>
            </a:prstGeom>
          </p:spPr>
        </p:pic>
        <p:pic>
          <p:nvPicPr>
            <p:cNvPr id="14" name="Picture 13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FE4E7A92-562E-21F1-B75D-6F9314834D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4754" y="3097026"/>
              <a:ext cx="1384358" cy="1390994"/>
            </a:xfrm>
            <a:prstGeom prst="rect">
              <a:avLst/>
            </a:prstGeom>
          </p:spPr>
        </p:pic>
        <p:pic>
          <p:nvPicPr>
            <p:cNvPr id="3" name="Picture 2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2A5371B2-434F-CEA1-F0D4-F610641E87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8092" y="3097026"/>
              <a:ext cx="1547716" cy="1644170"/>
            </a:xfrm>
            <a:prstGeom prst="rect">
              <a:avLst/>
            </a:prstGeom>
          </p:spPr>
        </p:pic>
        <p:pic>
          <p:nvPicPr>
            <p:cNvPr id="5" name="Picture 4" descr="A close-up of a phone&#10;&#10;AI-generated content may be incorrect.">
              <a:extLst>
                <a:ext uri="{FF2B5EF4-FFF2-40B4-BE49-F238E27FC236}">
                  <a16:creationId xmlns:a16="http://schemas.microsoft.com/office/drawing/2014/main" id="{67B99065-2775-B09A-B8CF-82475B96A7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3103" y="3097026"/>
              <a:ext cx="1579564" cy="2132336"/>
            </a:xfrm>
            <a:prstGeom prst="rect">
              <a:avLst/>
            </a:prstGeom>
          </p:spPr>
        </p:pic>
        <p:pic>
          <p:nvPicPr>
            <p:cNvPr id="9" name="Picture 8" descr="A close-up of a card&#10;&#10;AI-generated content may be incorrect.">
              <a:extLst>
                <a:ext uri="{FF2B5EF4-FFF2-40B4-BE49-F238E27FC236}">
                  <a16:creationId xmlns:a16="http://schemas.microsoft.com/office/drawing/2014/main" id="{71FF1FC8-9B93-C17E-7E5C-C1C7C4B3B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4673" y="3097026"/>
              <a:ext cx="1579565" cy="1791588"/>
            </a:xfrm>
            <a:prstGeom prst="rect">
              <a:avLst/>
            </a:prstGeom>
          </p:spPr>
        </p:pic>
        <p:pic>
          <p:nvPicPr>
            <p:cNvPr id="16" name="Picture 15" descr="A white rectangular sign with text&#10;&#10;Description automatically generated">
              <a:extLst>
                <a:ext uri="{FF2B5EF4-FFF2-40B4-BE49-F238E27FC236}">
                  <a16:creationId xmlns:a16="http://schemas.microsoft.com/office/drawing/2014/main" id="{FE5DB685-0751-B2F3-0469-104898E21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407" y="3097026"/>
              <a:ext cx="1381820" cy="8452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483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 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94DF5AAC-6106-EDC6-D7BD-C799F0FF21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9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 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94DF5AAC-6106-EDC6-D7BD-C799F0FF21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9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6A402-0825-4BC5-83F8-3C9DC145D0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8" y="0"/>
            <a:ext cx="12188172" cy="68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55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6A402-0825-4BC5-83F8-3C9DC145D0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8" y="0"/>
            <a:ext cx="12188172" cy="68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55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dustry Expe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241B883B-ECAB-CAA0-B87B-CC9F6FAEA3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6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dustry Expe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241B883B-ECAB-CAA0-B87B-CC9F6FAEA3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6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pact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98CD1F33-C85C-8C88-EF7C-A355156CCC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" y="105"/>
            <a:ext cx="12190441" cy="68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84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pact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98CD1F33-C85C-8C88-EF7C-A355156CCC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" y="105"/>
            <a:ext cx="12190441" cy="68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8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wards &amp; Accola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351D6E93-6DFC-9DE5-A916-A01203012A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A4A0A3-2B00-FDFB-0DAC-6563FFB85E0F}"/>
              </a:ext>
            </a:extLst>
          </p:cNvPr>
          <p:cNvSpPr txBox="1">
            <a:spLocks/>
          </p:cNvSpPr>
          <p:nvPr userDrawn="1"/>
        </p:nvSpPr>
        <p:spPr>
          <a:xfrm>
            <a:off x="2380072" y="581035"/>
            <a:ext cx="7541878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54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Awards &amp; Accolades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AE35276-2C24-DD25-563C-5887A4A94D85}"/>
              </a:ext>
            </a:extLst>
          </p:cNvPr>
          <p:cNvGrpSpPr/>
          <p:nvPr userDrawn="1"/>
        </p:nvGrpSpPr>
        <p:grpSpPr>
          <a:xfrm>
            <a:off x="9784147" y="1885513"/>
            <a:ext cx="2122869" cy="1939016"/>
            <a:chOff x="-11722" y="3892173"/>
            <a:chExt cx="2122869" cy="19390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EFC162-2EC2-3EAE-FC96-77A57F1AC314}"/>
                </a:ext>
              </a:extLst>
            </p:cNvPr>
            <p:cNvSpPr txBox="1"/>
            <p:nvPr/>
          </p:nvSpPr>
          <p:spPr>
            <a:xfrm>
              <a:off x="-11722" y="4888461"/>
              <a:ext cx="2122869" cy="6730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spc="0" dirty="0">
                  <a:solidFill>
                    <a:schemeClr val="accent4"/>
                  </a:solidFill>
                  <a:latin typeface="+mj-lt"/>
                  <a:ea typeface="Titillium" charset="0"/>
                  <a:cs typeface="Titillium" charset="0"/>
                </a:rPr>
                <a:t>MICROSOFT BUSINESS APPLICATIONS</a:t>
              </a:r>
            </a:p>
            <a:p>
              <a:pPr algn="ctr">
                <a:lnSpc>
                  <a:spcPts val="1800"/>
                </a:lnSpc>
              </a:pPr>
              <a:endParaRPr lang="en-US" sz="1400" b="1" spc="0" dirty="0">
                <a:solidFill>
                  <a:schemeClr val="tx1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0C385C-B726-A2AD-008B-6AE76CB4A1C9}"/>
                </a:ext>
              </a:extLst>
            </p:cNvPr>
            <p:cNvSpPr txBox="1"/>
            <p:nvPr/>
          </p:nvSpPr>
          <p:spPr>
            <a:xfrm>
              <a:off x="74584" y="5439350"/>
              <a:ext cx="1950256" cy="391839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Inner Circle Award</a:t>
              </a:r>
            </a:p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2025/26</a:t>
              </a:r>
            </a:p>
          </p:txBody>
        </p:sp>
        <p:pic>
          <p:nvPicPr>
            <p:cNvPr id="47" name="Picture 46" descr="A logo with a number and a spiral&#10;&#10;AI-generated content may be incorrect.">
              <a:extLst>
                <a:ext uri="{FF2B5EF4-FFF2-40B4-BE49-F238E27FC236}">
                  <a16:creationId xmlns:a16="http://schemas.microsoft.com/office/drawing/2014/main" id="{070B80B4-0C5B-ABD9-B401-B5965E6F3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928" y="3892173"/>
              <a:ext cx="797569" cy="931991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2960AF-619B-BBB6-4FEA-A26070FAF36C}"/>
              </a:ext>
            </a:extLst>
          </p:cNvPr>
          <p:cNvGrpSpPr/>
          <p:nvPr userDrawn="1"/>
        </p:nvGrpSpPr>
        <p:grpSpPr>
          <a:xfrm>
            <a:off x="7336843" y="1883339"/>
            <a:ext cx="2317036" cy="1941190"/>
            <a:chOff x="2581136" y="1443301"/>
            <a:chExt cx="2317036" cy="19411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12DE91-5A35-EB89-309B-209B306EFC24}"/>
                </a:ext>
              </a:extLst>
            </p:cNvPr>
            <p:cNvSpPr txBox="1"/>
            <p:nvPr userDrawn="1"/>
          </p:nvSpPr>
          <p:spPr>
            <a:xfrm>
              <a:off x="2581136" y="2444457"/>
              <a:ext cx="2317036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PARTNER-TO-PARTNER (P2P)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34D560-B3E9-D38A-86D3-FA391F660125}"/>
                </a:ext>
              </a:extLst>
            </p:cNvPr>
            <p:cNvSpPr txBox="1"/>
            <p:nvPr userDrawn="1"/>
          </p:nvSpPr>
          <p:spPr>
            <a:xfrm>
              <a:off x="2741812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5613CD12-ECAE-0FEA-7BF5-7E5464F61F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2685827" y="1443301"/>
              <a:ext cx="2107654" cy="86938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77423E0-3201-C43C-6903-B4CA0CB744BE}"/>
              </a:ext>
            </a:extLst>
          </p:cNvPr>
          <p:cNvGrpSpPr/>
          <p:nvPr userDrawn="1"/>
        </p:nvGrpSpPr>
        <p:grpSpPr>
          <a:xfrm>
            <a:off x="5018605" y="1872800"/>
            <a:ext cx="2107654" cy="1920874"/>
            <a:chOff x="7499981" y="1463617"/>
            <a:chExt cx="2107654" cy="19208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0D824E-991C-62CA-59CA-20CA3C8DD07D}"/>
                </a:ext>
              </a:extLst>
            </p:cNvPr>
            <p:cNvSpPr txBox="1"/>
            <p:nvPr userDrawn="1"/>
          </p:nvSpPr>
          <p:spPr>
            <a:xfrm>
              <a:off x="7555966" y="2444457"/>
              <a:ext cx="1995684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RETAIL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05FDE8-E396-2891-AA2C-166FEFF1808D}"/>
                </a:ext>
              </a:extLst>
            </p:cNvPr>
            <p:cNvSpPr txBox="1"/>
            <p:nvPr userDrawn="1"/>
          </p:nvSpPr>
          <p:spPr>
            <a:xfrm>
              <a:off x="7555966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16" name="Picture 1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5451172-28DF-9444-AF32-FFBFFB3093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7499981" y="1463617"/>
              <a:ext cx="2107654" cy="86938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9F97350-1876-DE92-1CAE-A6F3677DF12F}"/>
              </a:ext>
            </a:extLst>
          </p:cNvPr>
          <p:cNvGrpSpPr/>
          <p:nvPr userDrawn="1"/>
        </p:nvGrpSpPr>
        <p:grpSpPr>
          <a:xfrm>
            <a:off x="2460883" y="1841923"/>
            <a:ext cx="2122869" cy="1946417"/>
            <a:chOff x="5217381" y="1438074"/>
            <a:chExt cx="2122869" cy="19464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37CCDD-DD18-156C-B7FD-2872EE102BD5}"/>
                </a:ext>
              </a:extLst>
            </p:cNvPr>
            <p:cNvSpPr txBox="1"/>
            <p:nvPr userDrawn="1"/>
          </p:nvSpPr>
          <p:spPr>
            <a:xfrm>
              <a:off x="5217381" y="2444457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MINING &amp; MANUFACTURING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082377-A1E0-B23C-4D5B-E2220B5D1014}"/>
                </a:ext>
              </a:extLst>
            </p:cNvPr>
            <p:cNvSpPr txBox="1"/>
            <p:nvPr userDrawn="1"/>
          </p:nvSpPr>
          <p:spPr>
            <a:xfrm>
              <a:off x="5280973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22" name="Picture 2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24AC8EAD-18B9-7E4F-DCCF-EF78696B4E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5224988" y="1438074"/>
              <a:ext cx="2107654" cy="8693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A3A0A4-7182-888F-3C7E-1F78F977DADB}"/>
              </a:ext>
            </a:extLst>
          </p:cNvPr>
          <p:cNvGrpSpPr/>
          <p:nvPr userDrawn="1"/>
        </p:nvGrpSpPr>
        <p:grpSpPr>
          <a:xfrm>
            <a:off x="2363644" y="4090070"/>
            <a:ext cx="2122869" cy="1939016"/>
            <a:chOff x="7402894" y="3892173"/>
            <a:chExt cx="2122869" cy="19390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909F34-53B4-6DE0-AECD-7C25952B04AE}"/>
                </a:ext>
              </a:extLst>
            </p:cNvPr>
            <p:cNvSpPr txBox="1"/>
            <p:nvPr userDrawn="1"/>
          </p:nvSpPr>
          <p:spPr>
            <a:xfrm>
              <a:off x="7402894" y="4891155"/>
              <a:ext cx="2122869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MICROSOFT 2025 PARTNER </a:t>
              </a:r>
            </a:p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OF THE YEAR WINNER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E86790-9FC7-576E-44A8-23383B8E2ECE}"/>
                </a:ext>
              </a:extLst>
            </p:cNvPr>
            <p:cNvSpPr txBox="1"/>
            <p:nvPr userDrawn="1"/>
          </p:nvSpPr>
          <p:spPr>
            <a:xfrm>
              <a:off x="7466486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8" name="Picture 57" descr="A blue and white rectangular object with text&#10;&#10;AI-generated content may be incorrect.">
              <a:extLst>
                <a:ext uri="{FF2B5EF4-FFF2-40B4-BE49-F238E27FC236}">
                  <a16:creationId xmlns:a16="http://schemas.microsoft.com/office/drawing/2014/main" id="{54D3DD8D-3E80-39D5-F8C1-C607348E45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1737" y="3892173"/>
              <a:ext cx="1585182" cy="937419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78A71B8-85FC-CA32-7CDA-BDD1B8F47D73}"/>
              </a:ext>
            </a:extLst>
          </p:cNvPr>
          <p:cNvGrpSpPr/>
          <p:nvPr userDrawn="1"/>
        </p:nvGrpSpPr>
        <p:grpSpPr>
          <a:xfrm>
            <a:off x="4499243" y="4085611"/>
            <a:ext cx="2329720" cy="2181062"/>
            <a:chOff x="9673385" y="3892173"/>
            <a:chExt cx="2329720" cy="218106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2E1028-2598-BA5A-4597-C2AC4E19031B}"/>
                </a:ext>
              </a:extLst>
            </p:cNvPr>
            <p:cNvSpPr txBox="1"/>
            <p:nvPr userDrawn="1"/>
          </p:nvSpPr>
          <p:spPr>
            <a:xfrm>
              <a:off x="9880446" y="5684090"/>
              <a:ext cx="1915597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E21387D-20FB-2710-C646-8968BF1014FA}"/>
                </a:ext>
              </a:extLst>
            </p:cNvPr>
            <p:cNvGrpSpPr/>
            <p:nvPr userDrawn="1"/>
          </p:nvGrpSpPr>
          <p:grpSpPr>
            <a:xfrm>
              <a:off x="9673385" y="3892173"/>
              <a:ext cx="2329720" cy="1435705"/>
              <a:chOff x="9673385" y="3892173"/>
              <a:chExt cx="2329720" cy="143570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B1584A-3313-6C9A-17BE-A1AD2350D5CF}"/>
                  </a:ext>
                </a:extLst>
              </p:cNvPr>
              <p:cNvSpPr txBox="1"/>
              <p:nvPr userDrawn="1"/>
            </p:nvSpPr>
            <p:spPr>
              <a:xfrm>
                <a:off x="9673385" y="4891155"/>
                <a:ext cx="2329720" cy="4367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ZA" sz="1200" b="1" dirty="0">
                    <a:solidFill>
                      <a:schemeClr val="accent4"/>
                    </a:solidFill>
                  </a:rPr>
                  <a:t>MICROSOFT 2025 FINALIST COMMUNITY RESPONSE AWARD</a:t>
                </a:r>
                <a:endParaRPr lang="en-US" sz="1200" b="1" kern="1200" spc="0" dirty="0">
                  <a:solidFill>
                    <a:schemeClr val="accent4"/>
                  </a:solidFill>
                  <a:latin typeface="+mn-lt"/>
                  <a:ea typeface="Titillium" charset="0"/>
                  <a:cs typeface="Titillium" charset="0"/>
                </a:endParaRPr>
              </a:p>
            </p:txBody>
          </p:sp>
          <p:pic>
            <p:nvPicPr>
              <p:cNvPr id="60" name="Picture 59" descr="A close-up of a blue and white rectangular object&#10;&#10;AI-generated content may be incorrect.">
                <a:extLst>
                  <a:ext uri="{FF2B5EF4-FFF2-40B4-BE49-F238E27FC236}">
                    <a16:creationId xmlns:a16="http://schemas.microsoft.com/office/drawing/2014/main" id="{BD37E621-7F47-A2D7-CB47-B734483BC2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5654" y="3892173"/>
                <a:ext cx="1585182" cy="937419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8E2716F-2A4C-8C4D-38AB-970010FDF28D}"/>
              </a:ext>
            </a:extLst>
          </p:cNvPr>
          <p:cNvGrpSpPr/>
          <p:nvPr userDrawn="1"/>
        </p:nvGrpSpPr>
        <p:grpSpPr>
          <a:xfrm>
            <a:off x="9467074" y="4405692"/>
            <a:ext cx="2453762" cy="1618935"/>
            <a:chOff x="4748108" y="4212254"/>
            <a:chExt cx="2453762" cy="161893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BC0B3F-8278-BD06-6BC1-BF1C178A0815}"/>
                </a:ext>
              </a:extLst>
            </p:cNvPr>
            <p:cNvSpPr txBox="1"/>
            <p:nvPr userDrawn="1"/>
          </p:nvSpPr>
          <p:spPr>
            <a:xfrm>
              <a:off x="4913555" y="4891155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ACKERMANS OPERATIONAL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6CC7CD-70B7-8BD6-78E3-38FD6580F24B}"/>
                </a:ext>
              </a:extLst>
            </p:cNvPr>
            <p:cNvSpPr txBox="1"/>
            <p:nvPr userDrawn="1"/>
          </p:nvSpPr>
          <p:spPr>
            <a:xfrm>
              <a:off x="4977147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41" name="Graphic 40" descr="Photo of Mint Group team members at work">
              <a:extLst>
                <a:ext uri="{FF2B5EF4-FFF2-40B4-BE49-F238E27FC236}">
                  <a16:creationId xmlns:a16="http://schemas.microsoft.com/office/drawing/2014/main" id="{F95C9DCF-5A28-6E2E-A96F-59CBE9873B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48108" y="4212254"/>
              <a:ext cx="2453762" cy="29725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9D5F920-523A-3EA9-06BA-57BBDCE41BA9}"/>
              </a:ext>
            </a:extLst>
          </p:cNvPr>
          <p:cNvGrpSpPr/>
          <p:nvPr userDrawn="1"/>
        </p:nvGrpSpPr>
        <p:grpSpPr>
          <a:xfrm>
            <a:off x="6786006" y="4225998"/>
            <a:ext cx="2579555" cy="2040675"/>
            <a:chOff x="2122869" y="4032560"/>
            <a:chExt cx="2579555" cy="20406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F49F43-F7A0-CDBA-DB86-46E481CDF17A}"/>
                </a:ext>
              </a:extLst>
            </p:cNvPr>
            <p:cNvSpPr txBox="1"/>
            <p:nvPr userDrawn="1"/>
          </p:nvSpPr>
          <p:spPr>
            <a:xfrm>
              <a:off x="2122869" y="4891155"/>
              <a:ext cx="2579555" cy="6675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EDEAF PIONEER PARTNER AWARD FOR DECADE-LONG COMMITMENT TO DEAF LEARNERS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17179F6-CD66-3354-74E3-B2D51362CC8A}"/>
                </a:ext>
              </a:extLst>
            </p:cNvPr>
            <p:cNvSpPr txBox="1"/>
            <p:nvPr userDrawn="1"/>
          </p:nvSpPr>
          <p:spPr>
            <a:xfrm>
              <a:off x="2414804" y="5684090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4" name="Picture 53" descr="The image depicts a serene landscape with a clear blue sky, a few scattered clouds, and a small, peaceful pond reflecting the sky.&#10;&#10;AI-generated content may be incorrect.">
              <a:extLst>
                <a:ext uri="{FF2B5EF4-FFF2-40B4-BE49-F238E27FC236}">
                  <a16:creationId xmlns:a16="http://schemas.microsoft.com/office/drawing/2014/main" id="{5109E7BC-4B0E-025A-021C-B4599EE4EE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1011" y="4032560"/>
              <a:ext cx="1863269" cy="65664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0E20CE-40E8-2E31-9140-3EA36BAB7D7E}"/>
              </a:ext>
            </a:extLst>
          </p:cNvPr>
          <p:cNvGrpSpPr/>
          <p:nvPr userDrawn="1"/>
        </p:nvGrpSpPr>
        <p:grpSpPr>
          <a:xfrm>
            <a:off x="188785" y="4120048"/>
            <a:ext cx="2247267" cy="1729764"/>
            <a:chOff x="9799361" y="1883517"/>
            <a:chExt cx="2247267" cy="172976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3E7367-A776-7767-3A04-8548DDC6C82C}"/>
                </a:ext>
              </a:extLst>
            </p:cNvPr>
            <p:cNvSpPr txBox="1"/>
            <p:nvPr userDrawn="1"/>
          </p:nvSpPr>
          <p:spPr>
            <a:xfrm>
              <a:off x="9799361" y="2857957"/>
              <a:ext cx="2247267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</a:t>
              </a:r>
            </a:p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EMEA LIFT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14D96D-BD5E-5B81-8749-045D3051943C}"/>
                </a:ext>
              </a:extLst>
            </p:cNvPr>
            <p:cNvSpPr txBox="1"/>
            <p:nvPr userDrawn="1"/>
          </p:nvSpPr>
          <p:spPr>
            <a:xfrm>
              <a:off x="9948012" y="3429320"/>
              <a:ext cx="1995684" cy="18396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AD759E-EC3B-A872-4A4D-0226A460AD59}"/>
                </a:ext>
              </a:extLst>
            </p:cNvPr>
            <p:cNvSpPr/>
            <p:nvPr userDrawn="1"/>
          </p:nvSpPr>
          <p:spPr>
            <a:xfrm>
              <a:off x="9933505" y="2080393"/>
              <a:ext cx="1904257" cy="695029"/>
            </a:xfrm>
            <a:prstGeom prst="roundRect">
              <a:avLst>
                <a:gd name="adj" fmla="val 22043"/>
              </a:avLst>
            </a:prstGeom>
            <a:solidFill>
              <a:srgbClr val="FFFFFF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B77AAA-A3DC-1451-545A-7C42AD37FFFF}"/>
                </a:ext>
              </a:extLst>
            </p:cNvPr>
            <p:cNvSpPr txBox="1"/>
            <p:nvPr userDrawn="1"/>
          </p:nvSpPr>
          <p:spPr>
            <a:xfrm>
              <a:off x="10024224" y="2534734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Mint Group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D227B6-430E-AED7-B4D3-264F02EF7AD2}"/>
                </a:ext>
              </a:extLst>
            </p:cNvPr>
            <p:cNvSpPr txBox="1"/>
            <p:nvPr userDrawn="1"/>
          </p:nvSpPr>
          <p:spPr>
            <a:xfrm>
              <a:off x="10679195" y="2539053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FFBB07"/>
                  </a:solidFill>
                  <a:latin typeface="+mj-lt"/>
                  <a:ea typeface="Titillium" charset="0"/>
                  <a:cs typeface="Titillium" charset="0"/>
                </a:rPr>
                <a:t>WINNER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FFBB07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F74D37-0EE4-C950-F891-A0639638FBCF}"/>
                </a:ext>
              </a:extLst>
            </p:cNvPr>
            <p:cNvSpPr txBox="1"/>
            <p:nvPr userDrawn="1"/>
          </p:nvSpPr>
          <p:spPr>
            <a:xfrm>
              <a:off x="11307406" y="2534123"/>
              <a:ext cx="499366" cy="38363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8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EMEA</a:t>
              </a:r>
            </a:p>
            <a:p>
              <a:pPr algn="ctr">
                <a:lnSpc>
                  <a:spcPts val="1600"/>
                </a:lnSpc>
              </a:pPr>
              <a:endParaRPr lang="en-US" sz="8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F8D2B4-C151-7CCC-8FE2-18DF698000C8}"/>
                </a:ext>
              </a:extLst>
            </p:cNvPr>
            <p:cNvSpPr/>
            <p:nvPr userDrawn="1"/>
          </p:nvSpPr>
          <p:spPr>
            <a:xfrm flipH="1">
              <a:off x="10721267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729118-D0C9-31EA-7BC1-EC0B068A34CC}"/>
                </a:ext>
              </a:extLst>
            </p:cNvPr>
            <p:cNvSpPr/>
            <p:nvPr userDrawn="1"/>
          </p:nvSpPr>
          <p:spPr>
            <a:xfrm flipH="1">
              <a:off x="11291975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0" name="Graphic 29" descr="Photo of Mint Group team members at work">
              <a:extLst>
                <a:ext uri="{FF2B5EF4-FFF2-40B4-BE49-F238E27FC236}">
                  <a16:creationId xmlns:a16="http://schemas.microsoft.com/office/drawing/2014/main" id="{3585A286-FA79-0EB7-69A7-87DAC6E3B2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33505" y="1883517"/>
              <a:ext cx="1904257" cy="646241"/>
            </a:xfrm>
            <a:prstGeom prst="rect">
              <a:avLst/>
            </a:prstGeom>
          </p:spPr>
        </p:pic>
        <p:pic>
          <p:nvPicPr>
            <p:cNvPr id="17" name="Picture 16" descr="The image showcases the 2025 IAMCP LIFT Awards logo, symbolizing recognition for leadership that inspires future talent.&#10;&#10;AI-generated content may be incorrect.">
              <a:extLst>
                <a:ext uri="{FF2B5EF4-FFF2-40B4-BE49-F238E27FC236}">
                  <a16:creationId xmlns:a16="http://schemas.microsoft.com/office/drawing/2014/main" id="{759B2BAD-28A8-CCB5-7AF0-50132CE1F9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3505" y="1886458"/>
              <a:ext cx="1904257" cy="64852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6BE51-75D7-B290-6D02-1027014C3B48}"/>
              </a:ext>
            </a:extLst>
          </p:cNvPr>
          <p:cNvGrpSpPr/>
          <p:nvPr userDrawn="1"/>
        </p:nvGrpSpPr>
        <p:grpSpPr>
          <a:xfrm>
            <a:off x="139880" y="1826943"/>
            <a:ext cx="2122869" cy="1974248"/>
            <a:chOff x="4612380" y="4070966"/>
            <a:chExt cx="2122869" cy="197424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CECF109-B586-37E6-1F06-A615E7E57F26}"/>
                </a:ext>
              </a:extLst>
            </p:cNvPr>
            <p:cNvGrpSpPr/>
            <p:nvPr userDrawn="1"/>
          </p:nvGrpSpPr>
          <p:grpSpPr>
            <a:xfrm>
              <a:off x="4612380" y="5102486"/>
              <a:ext cx="2122869" cy="942728"/>
              <a:chOff x="345821" y="2444457"/>
              <a:chExt cx="2122869" cy="94272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2A65A3-B014-274E-241C-6BA41081B67C}"/>
                  </a:ext>
                </a:extLst>
              </p:cNvPr>
              <p:cNvSpPr txBox="1"/>
              <p:nvPr userDrawn="1"/>
            </p:nvSpPr>
            <p:spPr>
              <a:xfrm>
                <a:off x="345821" y="2444457"/>
                <a:ext cx="2122869" cy="44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TECH ICONS WINNER 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OF THE YEAR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330F4-1D6A-EF11-97C6-647C95189763}"/>
                  </a:ext>
                </a:extLst>
              </p:cNvPr>
              <p:cNvSpPr txBox="1"/>
              <p:nvPr userDrawn="1"/>
            </p:nvSpPr>
            <p:spPr>
              <a:xfrm>
                <a:off x="409413" y="2995346"/>
                <a:ext cx="1995684" cy="391839"/>
              </a:xfrm>
              <a:prstGeom prst="rect">
                <a:avLst/>
              </a:prstGeom>
              <a:noFill/>
            </p:spPr>
            <p:txBody>
              <a:bodyPr wrap="square" lIns="0" tIns="0" rIns="91440" bIns="0" rtlCol="0">
                <a:spAutoFit/>
              </a:bodyPr>
              <a:lstStyle/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Africa Tech Week</a:t>
                </a:r>
              </a:p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Awards 2026</a:t>
                </a:r>
              </a:p>
            </p:txBody>
          </p:sp>
        </p:grpSp>
        <p:pic>
          <p:nvPicPr>
            <p:cNvPr id="32" name="Picture 31" descr="The image features the TECH ICON 2026 award ribbon, celebrating excellence in African innovation.&#10;&#10;AI-generated content may be incorrect.">
              <a:extLst>
                <a:ext uri="{FF2B5EF4-FFF2-40B4-BE49-F238E27FC236}">
                  <a16:creationId xmlns:a16="http://schemas.microsoft.com/office/drawing/2014/main" id="{12E59EF4-0BAF-8542-38FC-1066CF53F5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9006" y="4070966"/>
              <a:ext cx="829616" cy="1056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58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wards &amp; Accola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351D6E93-6DFC-9DE5-A916-A01203012A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A4A0A3-2B00-FDFB-0DAC-6563FFB85E0F}"/>
              </a:ext>
            </a:extLst>
          </p:cNvPr>
          <p:cNvSpPr txBox="1">
            <a:spLocks/>
          </p:cNvSpPr>
          <p:nvPr userDrawn="1"/>
        </p:nvSpPr>
        <p:spPr>
          <a:xfrm>
            <a:off x="2380072" y="581035"/>
            <a:ext cx="7541878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54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Awards &amp; Accolades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AE35276-2C24-DD25-563C-5887A4A94D85}"/>
              </a:ext>
            </a:extLst>
          </p:cNvPr>
          <p:cNvGrpSpPr/>
          <p:nvPr userDrawn="1"/>
        </p:nvGrpSpPr>
        <p:grpSpPr>
          <a:xfrm>
            <a:off x="9784147" y="1885513"/>
            <a:ext cx="2122869" cy="1939016"/>
            <a:chOff x="-11722" y="3892173"/>
            <a:chExt cx="2122869" cy="19390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EFC162-2EC2-3EAE-FC96-77A57F1AC314}"/>
                </a:ext>
              </a:extLst>
            </p:cNvPr>
            <p:cNvSpPr txBox="1"/>
            <p:nvPr/>
          </p:nvSpPr>
          <p:spPr>
            <a:xfrm>
              <a:off x="-11722" y="4888461"/>
              <a:ext cx="2122869" cy="6730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spc="0" dirty="0">
                  <a:solidFill>
                    <a:schemeClr val="accent4"/>
                  </a:solidFill>
                  <a:latin typeface="+mj-lt"/>
                  <a:ea typeface="Titillium" charset="0"/>
                  <a:cs typeface="Titillium" charset="0"/>
                </a:rPr>
                <a:t>MICROSOFT BUSINESS APPLICATIONS</a:t>
              </a:r>
            </a:p>
            <a:p>
              <a:pPr algn="ctr">
                <a:lnSpc>
                  <a:spcPts val="1800"/>
                </a:lnSpc>
              </a:pPr>
              <a:endParaRPr lang="en-US" sz="1400" b="1" spc="0" dirty="0">
                <a:solidFill>
                  <a:schemeClr val="tx1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0C385C-B726-A2AD-008B-6AE76CB4A1C9}"/>
                </a:ext>
              </a:extLst>
            </p:cNvPr>
            <p:cNvSpPr txBox="1"/>
            <p:nvPr/>
          </p:nvSpPr>
          <p:spPr>
            <a:xfrm>
              <a:off x="74584" y="5439350"/>
              <a:ext cx="1950256" cy="391839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Inner Circle Award</a:t>
              </a:r>
            </a:p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2025/26</a:t>
              </a:r>
            </a:p>
          </p:txBody>
        </p:sp>
        <p:pic>
          <p:nvPicPr>
            <p:cNvPr id="47" name="Picture 46" descr="A logo with a number and a spiral&#10;&#10;AI-generated content may be incorrect.">
              <a:extLst>
                <a:ext uri="{FF2B5EF4-FFF2-40B4-BE49-F238E27FC236}">
                  <a16:creationId xmlns:a16="http://schemas.microsoft.com/office/drawing/2014/main" id="{070B80B4-0C5B-ABD9-B401-B5965E6F3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928" y="3892173"/>
              <a:ext cx="797569" cy="931991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2960AF-619B-BBB6-4FEA-A26070FAF36C}"/>
              </a:ext>
            </a:extLst>
          </p:cNvPr>
          <p:cNvGrpSpPr/>
          <p:nvPr userDrawn="1"/>
        </p:nvGrpSpPr>
        <p:grpSpPr>
          <a:xfrm>
            <a:off x="7336843" y="1883339"/>
            <a:ext cx="2317036" cy="1941190"/>
            <a:chOff x="2581136" y="1443301"/>
            <a:chExt cx="2317036" cy="19411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12DE91-5A35-EB89-309B-209B306EFC24}"/>
                </a:ext>
              </a:extLst>
            </p:cNvPr>
            <p:cNvSpPr txBox="1"/>
            <p:nvPr userDrawn="1"/>
          </p:nvSpPr>
          <p:spPr>
            <a:xfrm>
              <a:off x="2581136" y="2444457"/>
              <a:ext cx="2317036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PARTNER-TO-PARTNER (P2P)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34D560-B3E9-D38A-86D3-FA391F660125}"/>
                </a:ext>
              </a:extLst>
            </p:cNvPr>
            <p:cNvSpPr txBox="1"/>
            <p:nvPr userDrawn="1"/>
          </p:nvSpPr>
          <p:spPr>
            <a:xfrm>
              <a:off x="2741812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5613CD12-ECAE-0FEA-7BF5-7E5464F61F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2685827" y="1443301"/>
              <a:ext cx="2107654" cy="86938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77423E0-3201-C43C-6903-B4CA0CB744BE}"/>
              </a:ext>
            </a:extLst>
          </p:cNvPr>
          <p:cNvGrpSpPr/>
          <p:nvPr userDrawn="1"/>
        </p:nvGrpSpPr>
        <p:grpSpPr>
          <a:xfrm>
            <a:off x="5018605" y="1872800"/>
            <a:ext cx="2107654" cy="1920874"/>
            <a:chOff x="7499981" y="1463617"/>
            <a:chExt cx="2107654" cy="19208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0D824E-991C-62CA-59CA-20CA3C8DD07D}"/>
                </a:ext>
              </a:extLst>
            </p:cNvPr>
            <p:cNvSpPr txBox="1"/>
            <p:nvPr userDrawn="1"/>
          </p:nvSpPr>
          <p:spPr>
            <a:xfrm>
              <a:off x="7555966" y="2444457"/>
              <a:ext cx="1995684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RETAIL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05FDE8-E396-2891-AA2C-166FEFF1808D}"/>
                </a:ext>
              </a:extLst>
            </p:cNvPr>
            <p:cNvSpPr txBox="1"/>
            <p:nvPr userDrawn="1"/>
          </p:nvSpPr>
          <p:spPr>
            <a:xfrm>
              <a:off x="7555966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16" name="Picture 1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5451172-28DF-9444-AF32-FFBFFB3093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7499981" y="1463617"/>
              <a:ext cx="2107654" cy="86938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9F97350-1876-DE92-1CAE-A6F3677DF12F}"/>
              </a:ext>
            </a:extLst>
          </p:cNvPr>
          <p:cNvGrpSpPr/>
          <p:nvPr userDrawn="1"/>
        </p:nvGrpSpPr>
        <p:grpSpPr>
          <a:xfrm>
            <a:off x="2460883" y="1841923"/>
            <a:ext cx="2122869" cy="1946417"/>
            <a:chOff x="5217381" y="1438074"/>
            <a:chExt cx="2122869" cy="19464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37CCDD-DD18-156C-B7FD-2872EE102BD5}"/>
                </a:ext>
              </a:extLst>
            </p:cNvPr>
            <p:cNvSpPr txBox="1"/>
            <p:nvPr userDrawn="1"/>
          </p:nvSpPr>
          <p:spPr>
            <a:xfrm>
              <a:off x="5217381" y="2444457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MINING &amp; MANUFACTURING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082377-A1E0-B23C-4D5B-E2220B5D1014}"/>
                </a:ext>
              </a:extLst>
            </p:cNvPr>
            <p:cNvSpPr txBox="1"/>
            <p:nvPr userDrawn="1"/>
          </p:nvSpPr>
          <p:spPr>
            <a:xfrm>
              <a:off x="5280973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22" name="Picture 2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24AC8EAD-18B9-7E4F-DCCF-EF78696B4E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5224988" y="1438074"/>
              <a:ext cx="2107654" cy="8693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A3A0A4-7182-888F-3C7E-1F78F977DADB}"/>
              </a:ext>
            </a:extLst>
          </p:cNvPr>
          <p:cNvGrpSpPr/>
          <p:nvPr userDrawn="1"/>
        </p:nvGrpSpPr>
        <p:grpSpPr>
          <a:xfrm>
            <a:off x="2363644" y="4090070"/>
            <a:ext cx="2122869" cy="1939016"/>
            <a:chOff x="7402894" y="3892173"/>
            <a:chExt cx="2122869" cy="19390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909F34-53B4-6DE0-AECD-7C25952B04AE}"/>
                </a:ext>
              </a:extLst>
            </p:cNvPr>
            <p:cNvSpPr txBox="1"/>
            <p:nvPr userDrawn="1"/>
          </p:nvSpPr>
          <p:spPr>
            <a:xfrm>
              <a:off x="7402894" y="4891155"/>
              <a:ext cx="2122869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MICROSOFT 2025 PARTNER </a:t>
              </a:r>
            </a:p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OF THE YEAR WINNER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E86790-9FC7-576E-44A8-23383B8E2ECE}"/>
                </a:ext>
              </a:extLst>
            </p:cNvPr>
            <p:cNvSpPr txBox="1"/>
            <p:nvPr userDrawn="1"/>
          </p:nvSpPr>
          <p:spPr>
            <a:xfrm>
              <a:off x="7466486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8" name="Picture 57" descr="A blue and white rectangular object with text&#10;&#10;AI-generated content may be incorrect.">
              <a:extLst>
                <a:ext uri="{FF2B5EF4-FFF2-40B4-BE49-F238E27FC236}">
                  <a16:creationId xmlns:a16="http://schemas.microsoft.com/office/drawing/2014/main" id="{54D3DD8D-3E80-39D5-F8C1-C607348E45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1737" y="3892173"/>
              <a:ext cx="1585182" cy="937419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78A71B8-85FC-CA32-7CDA-BDD1B8F47D73}"/>
              </a:ext>
            </a:extLst>
          </p:cNvPr>
          <p:cNvGrpSpPr/>
          <p:nvPr userDrawn="1"/>
        </p:nvGrpSpPr>
        <p:grpSpPr>
          <a:xfrm>
            <a:off x="4499243" y="4085611"/>
            <a:ext cx="2329720" cy="2181062"/>
            <a:chOff x="9673385" y="3892173"/>
            <a:chExt cx="2329720" cy="218106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2E1028-2598-BA5A-4597-C2AC4E19031B}"/>
                </a:ext>
              </a:extLst>
            </p:cNvPr>
            <p:cNvSpPr txBox="1"/>
            <p:nvPr userDrawn="1"/>
          </p:nvSpPr>
          <p:spPr>
            <a:xfrm>
              <a:off x="9880446" y="5684090"/>
              <a:ext cx="1915597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E21387D-20FB-2710-C646-8968BF1014FA}"/>
                </a:ext>
              </a:extLst>
            </p:cNvPr>
            <p:cNvGrpSpPr/>
            <p:nvPr userDrawn="1"/>
          </p:nvGrpSpPr>
          <p:grpSpPr>
            <a:xfrm>
              <a:off x="9673385" y="3892173"/>
              <a:ext cx="2329720" cy="1435705"/>
              <a:chOff x="9673385" y="3892173"/>
              <a:chExt cx="2329720" cy="143570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B1584A-3313-6C9A-17BE-A1AD2350D5CF}"/>
                  </a:ext>
                </a:extLst>
              </p:cNvPr>
              <p:cNvSpPr txBox="1"/>
              <p:nvPr userDrawn="1"/>
            </p:nvSpPr>
            <p:spPr>
              <a:xfrm>
                <a:off x="9673385" y="4891155"/>
                <a:ext cx="2329720" cy="4367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ZA" sz="1200" b="1" dirty="0">
                    <a:solidFill>
                      <a:schemeClr val="accent4"/>
                    </a:solidFill>
                  </a:rPr>
                  <a:t>MICROSOFT 2025 FINALIST COMMUNITY RESPONSE AWARD</a:t>
                </a:r>
                <a:endParaRPr lang="en-US" sz="1200" b="1" kern="1200" spc="0" dirty="0">
                  <a:solidFill>
                    <a:schemeClr val="accent4"/>
                  </a:solidFill>
                  <a:latin typeface="+mn-lt"/>
                  <a:ea typeface="Titillium" charset="0"/>
                  <a:cs typeface="Titillium" charset="0"/>
                </a:endParaRPr>
              </a:p>
            </p:txBody>
          </p:sp>
          <p:pic>
            <p:nvPicPr>
              <p:cNvPr id="60" name="Picture 59" descr="A close-up of a blue and white rectangular object&#10;&#10;AI-generated content may be incorrect.">
                <a:extLst>
                  <a:ext uri="{FF2B5EF4-FFF2-40B4-BE49-F238E27FC236}">
                    <a16:creationId xmlns:a16="http://schemas.microsoft.com/office/drawing/2014/main" id="{BD37E621-7F47-A2D7-CB47-B734483BC2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5654" y="3892173"/>
                <a:ext cx="1585182" cy="937419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8E2716F-2A4C-8C4D-38AB-970010FDF28D}"/>
              </a:ext>
            </a:extLst>
          </p:cNvPr>
          <p:cNvGrpSpPr/>
          <p:nvPr userDrawn="1"/>
        </p:nvGrpSpPr>
        <p:grpSpPr>
          <a:xfrm>
            <a:off x="9467074" y="4405692"/>
            <a:ext cx="2453762" cy="1618935"/>
            <a:chOff x="4748108" y="4212254"/>
            <a:chExt cx="2453762" cy="161893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BC0B3F-8278-BD06-6BC1-BF1C178A0815}"/>
                </a:ext>
              </a:extLst>
            </p:cNvPr>
            <p:cNvSpPr txBox="1"/>
            <p:nvPr userDrawn="1"/>
          </p:nvSpPr>
          <p:spPr>
            <a:xfrm>
              <a:off x="4913555" y="4891155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ACKERMANS OPERATIONAL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6CC7CD-70B7-8BD6-78E3-38FD6580F24B}"/>
                </a:ext>
              </a:extLst>
            </p:cNvPr>
            <p:cNvSpPr txBox="1"/>
            <p:nvPr userDrawn="1"/>
          </p:nvSpPr>
          <p:spPr>
            <a:xfrm>
              <a:off x="4977147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41" name="Graphic 40" descr="Photo of Mint Group team members at work">
              <a:extLst>
                <a:ext uri="{FF2B5EF4-FFF2-40B4-BE49-F238E27FC236}">
                  <a16:creationId xmlns:a16="http://schemas.microsoft.com/office/drawing/2014/main" id="{F95C9DCF-5A28-6E2E-A96F-59CBE9873B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48108" y="4212254"/>
              <a:ext cx="2453762" cy="29725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9D5F920-523A-3EA9-06BA-57BBDCE41BA9}"/>
              </a:ext>
            </a:extLst>
          </p:cNvPr>
          <p:cNvGrpSpPr/>
          <p:nvPr userDrawn="1"/>
        </p:nvGrpSpPr>
        <p:grpSpPr>
          <a:xfrm>
            <a:off x="6786006" y="4225998"/>
            <a:ext cx="2579555" cy="2040675"/>
            <a:chOff x="2122869" y="4032560"/>
            <a:chExt cx="2579555" cy="20406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F49F43-F7A0-CDBA-DB86-46E481CDF17A}"/>
                </a:ext>
              </a:extLst>
            </p:cNvPr>
            <p:cNvSpPr txBox="1"/>
            <p:nvPr userDrawn="1"/>
          </p:nvSpPr>
          <p:spPr>
            <a:xfrm>
              <a:off x="2122869" y="4891155"/>
              <a:ext cx="2579555" cy="6675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EDEAF PIONEER PARTNER AWARD FOR DECADE-LONG COMMITMENT TO DEAF LEARNERS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17179F6-CD66-3354-74E3-B2D51362CC8A}"/>
                </a:ext>
              </a:extLst>
            </p:cNvPr>
            <p:cNvSpPr txBox="1"/>
            <p:nvPr userDrawn="1"/>
          </p:nvSpPr>
          <p:spPr>
            <a:xfrm>
              <a:off x="2414804" y="5684090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4" name="Picture 53" descr="The image depicts a serene landscape with a clear blue sky, a few scattered clouds, and a small, peaceful pond reflecting the sky.&#10;&#10;AI-generated content may be incorrect.">
              <a:extLst>
                <a:ext uri="{FF2B5EF4-FFF2-40B4-BE49-F238E27FC236}">
                  <a16:creationId xmlns:a16="http://schemas.microsoft.com/office/drawing/2014/main" id="{5109E7BC-4B0E-025A-021C-B4599EE4EE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1011" y="4032560"/>
              <a:ext cx="1863269" cy="65664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0E20CE-40E8-2E31-9140-3EA36BAB7D7E}"/>
              </a:ext>
            </a:extLst>
          </p:cNvPr>
          <p:cNvGrpSpPr/>
          <p:nvPr userDrawn="1"/>
        </p:nvGrpSpPr>
        <p:grpSpPr>
          <a:xfrm>
            <a:off x="188785" y="4120048"/>
            <a:ext cx="2247267" cy="1729764"/>
            <a:chOff x="9799361" y="1883517"/>
            <a:chExt cx="2247267" cy="172976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3E7367-A776-7767-3A04-8548DDC6C82C}"/>
                </a:ext>
              </a:extLst>
            </p:cNvPr>
            <p:cNvSpPr txBox="1"/>
            <p:nvPr userDrawn="1"/>
          </p:nvSpPr>
          <p:spPr>
            <a:xfrm>
              <a:off x="9799361" y="2857957"/>
              <a:ext cx="2247267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</a:t>
              </a:r>
            </a:p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EMEA LIFT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14D96D-BD5E-5B81-8749-045D3051943C}"/>
                </a:ext>
              </a:extLst>
            </p:cNvPr>
            <p:cNvSpPr txBox="1"/>
            <p:nvPr userDrawn="1"/>
          </p:nvSpPr>
          <p:spPr>
            <a:xfrm>
              <a:off x="9948012" y="3429320"/>
              <a:ext cx="1995684" cy="18396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AD759E-EC3B-A872-4A4D-0226A460AD59}"/>
                </a:ext>
              </a:extLst>
            </p:cNvPr>
            <p:cNvSpPr/>
            <p:nvPr userDrawn="1"/>
          </p:nvSpPr>
          <p:spPr>
            <a:xfrm>
              <a:off x="9933505" y="2080393"/>
              <a:ext cx="1904257" cy="695029"/>
            </a:xfrm>
            <a:prstGeom prst="roundRect">
              <a:avLst>
                <a:gd name="adj" fmla="val 22043"/>
              </a:avLst>
            </a:prstGeom>
            <a:solidFill>
              <a:srgbClr val="FFFFFF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B77AAA-A3DC-1451-545A-7C42AD37FFFF}"/>
                </a:ext>
              </a:extLst>
            </p:cNvPr>
            <p:cNvSpPr txBox="1"/>
            <p:nvPr userDrawn="1"/>
          </p:nvSpPr>
          <p:spPr>
            <a:xfrm>
              <a:off x="10024224" y="2534734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Mint Group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D227B6-430E-AED7-B4D3-264F02EF7AD2}"/>
                </a:ext>
              </a:extLst>
            </p:cNvPr>
            <p:cNvSpPr txBox="1"/>
            <p:nvPr userDrawn="1"/>
          </p:nvSpPr>
          <p:spPr>
            <a:xfrm>
              <a:off x="10679195" y="2539053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FFBB07"/>
                  </a:solidFill>
                  <a:latin typeface="+mj-lt"/>
                  <a:ea typeface="Titillium" charset="0"/>
                  <a:cs typeface="Titillium" charset="0"/>
                </a:rPr>
                <a:t>WINNER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FFBB07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F74D37-0EE4-C950-F891-A0639638FBCF}"/>
                </a:ext>
              </a:extLst>
            </p:cNvPr>
            <p:cNvSpPr txBox="1"/>
            <p:nvPr userDrawn="1"/>
          </p:nvSpPr>
          <p:spPr>
            <a:xfrm>
              <a:off x="11307406" y="2534123"/>
              <a:ext cx="499366" cy="38363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8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EMEA</a:t>
              </a:r>
            </a:p>
            <a:p>
              <a:pPr algn="ctr">
                <a:lnSpc>
                  <a:spcPts val="1600"/>
                </a:lnSpc>
              </a:pPr>
              <a:endParaRPr lang="en-US" sz="8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F8D2B4-C151-7CCC-8FE2-18DF698000C8}"/>
                </a:ext>
              </a:extLst>
            </p:cNvPr>
            <p:cNvSpPr/>
            <p:nvPr userDrawn="1"/>
          </p:nvSpPr>
          <p:spPr>
            <a:xfrm flipH="1">
              <a:off x="10721267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729118-D0C9-31EA-7BC1-EC0B068A34CC}"/>
                </a:ext>
              </a:extLst>
            </p:cNvPr>
            <p:cNvSpPr/>
            <p:nvPr userDrawn="1"/>
          </p:nvSpPr>
          <p:spPr>
            <a:xfrm flipH="1">
              <a:off x="11291975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0" name="Graphic 29" descr="Photo of Mint Group team members at work">
              <a:extLst>
                <a:ext uri="{FF2B5EF4-FFF2-40B4-BE49-F238E27FC236}">
                  <a16:creationId xmlns:a16="http://schemas.microsoft.com/office/drawing/2014/main" id="{3585A286-FA79-0EB7-69A7-87DAC6E3B2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33505" y="1883517"/>
              <a:ext cx="1904257" cy="646241"/>
            </a:xfrm>
            <a:prstGeom prst="rect">
              <a:avLst/>
            </a:prstGeom>
          </p:spPr>
        </p:pic>
        <p:pic>
          <p:nvPicPr>
            <p:cNvPr id="17" name="Picture 16" descr="The image showcases the 2025 IAMCP LIFT Awards logo, symbolizing recognition for leadership that inspires future talent.&#10;&#10;AI-generated content may be incorrect.">
              <a:extLst>
                <a:ext uri="{FF2B5EF4-FFF2-40B4-BE49-F238E27FC236}">
                  <a16:creationId xmlns:a16="http://schemas.microsoft.com/office/drawing/2014/main" id="{759B2BAD-28A8-CCB5-7AF0-50132CE1F9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3505" y="1886458"/>
              <a:ext cx="1904257" cy="64852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6BE51-75D7-B290-6D02-1027014C3B48}"/>
              </a:ext>
            </a:extLst>
          </p:cNvPr>
          <p:cNvGrpSpPr/>
          <p:nvPr userDrawn="1"/>
        </p:nvGrpSpPr>
        <p:grpSpPr>
          <a:xfrm>
            <a:off x="139880" y="1826943"/>
            <a:ext cx="2122869" cy="1974248"/>
            <a:chOff x="4612380" y="4070966"/>
            <a:chExt cx="2122869" cy="197424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CECF109-B586-37E6-1F06-A615E7E57F26}"/>
                </a:ext>
              </a:extLst>
            </p:cNvPr>
            <p:cNvGrpSpPr/>
            <p:nvPr userDrawn="1"/>
          </p:nvGrpSpPr>
          <p:grpSpPr>
            <a:xfrm>
              <a:off x="4612380" y="5102486"/>
              <a:ext cx="2122869" cy="942728"/>
              <a:chOff x="345821" y="2444457"/>
              <a:chExt cx="2122869" cy="94272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2A65A3-B014-274E-241C-6BA41081B67C}"/>
                  </a:ext>
                </a:extLst>
              </p:cNvPr>
              <p:cNvSpPr txBox="1"/>
              <p:nvPr userDrawn="1"/>
            </p:nvSpPr>
            <p:spPr>
              <a:xfrm>
                <a:off x="345821" y="2444457"/>
                <a:ext cx="2122869" cy="44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TECH ICONS WINNER 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OF THE YEAR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330F4-1D6A-EF11-97C6-647C95189763}"/>
                  </a:ext>
                </a:extLst>
              </p:cNvPr>
              <p:cNvSpPr txBox="1"/>
              <p:nvPr userDrawn="1"/>
            </p:nvSpPr>
            <p:spPr>
              <a:xfrm>
                <a:off x="409413" y="2995346"/>
                <a:ext cx="1995684" cy="391839"/>
              </a:xfrm>
              <a:prstGeom prst="rect">
                <a:avLst/>
              </a:prstGeom>
              <a:noFill/>
            </p:spPr>
            <p:txBody>
              <a:bodyPr wrap="square" lIns="0" tIns="0" rIns="91440" bIns="0" rtlCol="0">
                <a:spAutoFit/>
              </a:bodyPr>
              <a:lstStyle/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Africa Tech Week</a:t>
                </a:r>
              </a:p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Awards 2026</a:t>
                </a:r>
              </a:p>
            </p:txBody>
          </p:sp>
        </p:grpSp>
        <p:pic>
          <p:nvPicPr>
            <p:cNvPr id="32" name="Picture 31" descr="The image features the TECH ICON 2026 award ribbon, celebrating excellence in African innovation.&#10;&#10;AI-generated content may be incorrect.">
              <a:extLst>
                <a:ext uri="{FF2B5EF4-FFF2-40B4-BE49-F238E27FC236}">
                  <a16:creationId xmlns:a16="http://schemas.microsoft.com/office/drawing/2014/main" id="{12E59EF4-0BAF-8542-38FC-1066CF53F5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9006" y="4070966"/>
              <a:ext cx="829616" cy="1056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58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– 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numbers&#10;&#10;AI-generated content may be incorrect.">
            <a:extLst>
              <a:ext uri="{FF2B5EF4-FFF2-40B4-BE49-F238E27FC236}">
                <a16:creationId xmlns:a16="http://schemas.microsoft.com/office/drawing/2014/main" id="{15DFA0B6-E56A-757F-CFD3-98ECED48EA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536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– 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numbers&#10;&#10;AI-generated content may be incorrect.">
            <a:extLst>
              <a:ext uri="{FF2B5EF4-FFF2-40B4-BE49-F238E27FC236}">
                <a16:creationId xmlns:a16="http://schemas.microsoft.com/office/drawing/2014/main" id="{15DFA0B6-E56A-757F-CFD3-98ECED48EA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536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hoto of Mint Group team members at work">
            <a:extLst>
              <a:ext uri="{FF2B5EF4-FFF2-40B4-BE49-F238E27FC236}">
                <a16:creationId xmlns:a16="http://schemas.microsoft.com/office/drawing/2014/main" id="{E801FA90-CFC9-1753-0C79-A5470AF29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3" y="0"/>
            <a:ext cx="1218929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058678-69CB-2C5A-C90B-C59B74F04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256" y="2614385"/>
            <a:ext cx="5627914" cy="1629229"/>
          </a:xfrm>
        </p:spPr>
        <p:txBody>
          <a:bodyPr anchor="b">
            <a:normAutofit/>
          </a:bodyPr>
          <a:lstStyle>
            <a:lvl1pPr algn="ctr">
              <a:defRPr sz="5400" b="0">
                <a:solidFill>
                  <a:srgbClr val="184B9A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7661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hoto of Mint Group team members at work">
            <a:extLst>
              <a:ext uri="{FF2B5EF4-FFF2-40B4-BE49-F238E27FC236}">
                <a16:creationId xmlns:a16="http://schemas.microsoft.com/office/drawing/2014/main" id="{E801FA90-CFC9-1753-0C79-A5470AF29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3" y="0"/>
            <a:ext cx="1218929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058678-69CB-2C5A-C90B-C59B74F04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256" y="2614385"/>
            <a:ext cx="5627914" cy="1629229"/>
          </a:xfrm>
        </p:spPr>
        <p:txBody>
          <a:bodyPr anchor="b">
            <a:normAutofit/>
          </a:bodyPr>
          <a:lstStyle>
            <a:lvl1pPr algn="ctr">
              <a:defRPr sz="5400" b="0">
                <a:solidFill>
                  <a:srgbClr val="184B9A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76615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96A3BB4E-06D8-A66D-3502-47924980F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39199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5979114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5979114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80307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96A3BB4E-06D8-A66D-3502-47924980F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39199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5979114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5979114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8030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49FDA634-F554-EADF-AA89-D3C6D5FB1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08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538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266028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266028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5637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49FDA634-F554-EADF-AA89-D3C6D5FB1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08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538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266028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266028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56372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0D0F094-6B3A-2DA3-4B1B-2CC7CF7C09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12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322726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322726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5932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0D0F094-6B3A-2DA3-4B1B-2CC7CF7C09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12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322726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322726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5932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47E3A864-BCB2-4071-F55B-52D1E7B14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B4E35C-2902-AAF3-C0E0-96AF9378F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7" b="11307"/>
          <a:stretch/>
        </p:blipFill>
        <p:spPr>
          <a:xfrm>
            <a:off x="7208049" y="1148288"/>
            <a:ext cx="4191505" cy="4219091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CB443-1573-C204-3587-2A356C438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8165">
            <a:off x="6079310" y="87912"/>
            <a:ext cx="5692086" cy="5988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27B09-2CF7-2806-94C4-D1506D7D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8960">
            <a:off x="6382164" y="456626"/>
            <a:ext cx="5100251" cy="5363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768D8-ACB0-F851-DC44-E217F987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36464" y="-391319"/>
            <a:ext cx="7233003" cy="6858000"/>
          </a:xfrm>
          <a:prstGeom prst="rect">
            <a:avLst/>
          </a:prstGeom>
        </p:spPr>
      </p:pic>
      <p:pic>
        <p:nvPicPr>
          <p:cNvPr id="9" name="Graphic 8" descr="Photo of Mint Group team members at work">
            <a:extLst>
              <a:ext uri="{FF2B5EF4-FFF2-40B4-BE49-F238E27FC236}">
                <a16:creationId xmlns:a16="http://schemas.microsoft.com/office/drawing/2014/main" id="{15CDDA4F-5765-9970-8D72-527E49D9B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2802" y="5748912"/>
            <a:ext cx="905271" cy="9052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012" y="2706731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/>
              <a:t>Master title</a:t>
            </a:r>
            <a:endParaRPr lang="en-ZA"/>
          </a:p>
        </p:txBody>
      </p:sp>
      <p:sp>
        <p:nvSpPr>
          <p:cNvPr id="94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0157" y="4650000"/>
            <a:ext cx="5472289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21654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47E3A864-BCB2-4071-F55B-52D1E7B14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B4E35C-2902-AAF3-C0E0-96AF9378F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7" b="11307"/>
          <a:stretch/>
        </p:blipFill>
        <p:spPr>
          <a:xfrm>
            <a:off x="7208049" y="1148288"/>
            <a:ext cx="4191505" cy="4219091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CB443-1573-C204-3587-2A356C438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8165">
            <a:off x="6079310" y="87912"/>
            <a:ext cx="5692086" cy="5988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27B09-2CF7-2806-94C4-D1506D7D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8960">
            <a:off x="6382164" y="456626"/>
            <a:ext cx="5100251" cy="5363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768D8-ACB0-F851-DC44-E217F987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36464" y="-391319"/>
            <a:ext cx="7233003" cy="6858000"/>
          </a:xfrm>
          <a:prstGeom prst="rect">
            <a:avLst/>
          </a:prstGeom>
        </p:spPr>
      </p:pic>
      <p:pic>
        <p:nvPicPr>
          <p:cNvPr id="9" name="Graphic 8" descr="Photo of Mint Group team members at work">
            <a:extLst>
              <a:ext uri="{FF2B5EF4-FFF2-40B4-BE49-F238E27FC236}">
                <a16:creationId xmlns:a16="http://schemas.microsoft.com/office/drawing/2014/main" id="{15CDDA4F-5765-9970-8D72-527E49D9B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2802" y="5748912"/>
            <a:ext cx="905271" cy="9052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012" y="2706731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/>
              <a:t>Master title</a:t>
            </a:r>
            <a:endParaRPr lang="en-ZA"/>
          </a:p>
        </p:txBody>
      </p:sp>
      <p:sp>
        <p:nvSpPr>
          <p:cNvPr id="94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0157" y="4650000"/>
            <a:ext cx="5472289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2165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–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Background gradient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35F0F9-490B-CBD4-D591-C30BC3A4AC87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818462" y="811778"/>
            <a:ext cx="6692323" cy="142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 b="0" i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 b="0" i="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600" b="0" i="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1B54FCA0-1143-272D-7052-6CB5110E03F0}"/>
              </a:ext>
            </a:extLst>
          </p:cNvPr>
          <p:cNvSpPr txBox="1">
            <a:spLocks/>
          </p:cNvSpPr>
          <p:nvPr/>
        </p:nvSpPr>
        <p:spPr>
          <a:xfrm>
            <a:off x="1673657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cxnSp>
        <p:nvCxnSpPr>
          <p:cNvPr id="138" name="Straight Connector 8">
            <a:extLst>
              <a:ext uri="{FF2B5EF4-FFF2-40B4-BE49-F238E27FC236}">
                <a16:creationId xmlns:a16="http://schemas.microsoft.com/office/drawing/2014/main" id="{C591E34D-FAE8-DCB8-77DD-20ABF1E11502}"/>
              </a:ext>
            </a:extLst>
          </p:cNvPr>
          <p:cNvCxnSpPr>
            <a:cxnSpLocks/>
          </p:cNvCxnSpPr>
          <p:nvPr/>
        </p:nvCxnSpPr>
        <p:spPr>
          <a:xfrm>
            <a:off x="1818463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tem Heading 10">
            <a:extLst>
              <a:ext uri="{FF2B5EF4-FFF2-40B4-BE49-F238E27FC236}">
                <a16:creationId xmlns:a16="http://schemas.microsoft.com/office/drawing/2014/main" id="{CC62B4B5-0401-7CAD-4D66-D15BA10DB08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843711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0" name="Item Text 11">
            <a:extLst>
              <a:ext uri="{FF2B5EF4-FFF2-40B4-BE49-F238E27FC236}">
                <a16:creationId xmlns:a16="http://schemas.microsoft.com/office/drawing/2014/main" id="{7FD0EF9F-8ECA-169F-0B19-A6160101395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2843710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90AA8BB4-86EC-A1EC-AD23-C19CC994F9CA}"/>
              </a:ext>
            </a:extLst>
          </p:cNvPr>
          <p:cNvSpPr txBox="1">
            <a:spLocks/>
          </p:cNvSpPr>
          <p:nvPr/>
        </p:nvSpPr>
        <p:spPr>
          <a:xfrm>
            <a:off x="1673657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cxnSp>
        <p:nvCxnSpPr>
          <p:cNvPr id="142" name="Straight Connector 13">
            <a:extLst>
              <a:ext uri="{FF2B5EF4-FFF2-40B4-BE49-F238E27FC236}">
                <a16:creationId xmlns:a16="http://schemas.microsoft.com/office/drawing/2014/main" id="{BDC9BC6C-CF20-AD04-BE76-A49BD766058E}"/>
              </a:ext>
            </a:extLst>
          </p:cNvPr>
          <p:cNvCxnSpPr>
            <a:cxnSpLocks/>
          </p:cNvCxnSpPr>
          <p:nvPr/>
        </p:nvCxnSpPr>
        <p:spPr>
          <a:xfrm>
            <a:off x="1818463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tem Heading 12">
            <a:extLst>
              <a:ext uri="{FF2B5EF4-FFF2-40B4-BE49-F238E27FC236}">
                <a16:creationId xmlns:a16="http://schemas.microsoft.com/office/drawing/2014/main" id="{2C754E2C-6473-DEE7-363F-0BC0468EC9B1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843711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4" name="Item Text 13">
            <a:extLst>
              <a:ext uri="{FF2B5EF4-FFF2-40B4-BE49-F238E27FC236}">
                <a16:creationId xmlns:a16="http://schemas.microsoft.com/office/drawing/2014/main" id="{AABC2D33-9AEC-D56B-42DF-27A45782522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843710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5" name="Title 1">
            <a:extLst>
              <a:ext uri="{FF2B5EF4-FFF2-40B4-BE49-F238E27FC236}">
                <a16:creationId xmlns:a16="http://schemas.microsoft.com/office/drawing/2014/main" id="{232586D6-6DB4-5B0E-3F88-A2DF6954DFE7}"/>
              </a:ext>
            </a:extLst>
          </p:cNvPr>
          <p:cNvSpPr txBox="1">
            <a:spLocks/>
          </p:cNvSpPr>
          <p:nvPr/>
        </p:nvSpPr>
        <p:spPr>
          <a:xfrm>
            <a:off x="1673656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cxnSp>
        <p:nvCxnSpPr>
          <p:cNvPr id="146" name="Straight Connector 18">
            <a:extLst>
              <a:ext uri="{FF2B5EF4-FFF2-40B4-BE49-F238E27FC236}">
                <a16:creationId xmlns:a16="http://schemas.microsoft.com/office/drawing/2014/main" id="{7D4B1E6A-4A51-B2C7-EA60-ED8D413C762F}"/>
              </a:ext>
            </a:extLst>
          </p:cNvPr>
          <p:cNvCxnSpPr>
            <a:cxnSpLocks/>
          </p:cNvCxnSpPr>
          <p:nvPr/>
        </p:nvCxnSpPr>
        <p:spPr>
          <a:xfrm>
            <a:off x="1818462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tem Heading 14">
            <a:extLst>
              <a:ext uri="{FF2B5EF4-FFF2-40B4-BE49-F238E27FC236}">
                <a16:creationId xmlns:a16="http://schemas.microsoft.com/office/drawing/2014/main" id="{C25BA517-E8CC-CFAB-6107-CFC5061B36F6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843710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8" name="Item Text 15">
            <a:extLst>
              <a:ext uri="{FF2B5EF4-FFF2-40B4-BE49-F238E27FC236}">
                <a16:creationId xmlns:a16="http://schemas.microsoft.com/office/drawing/2014/main" id="{221272A1-D5E8-00E5-B03E-51946273A430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843709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9" name="Title 1">
            <a:extLst>
              <a:ext uri="{FF2B5EF4-FFF2-40B4-BE49-F238E27FC236}">
                <a16:creationId xmlns:a16="http://schemas.microsoft.com/office/drawing/2014/main" id="{B65BE9C8-167D-BCDA-5407-41B3B967108F}"/>
              </a:ext>
            </a:extLst>
          </p:cNvPr>
          <p:cNvSpPr txBox="1">
            <a:spLocks/>
          </p:cNvSpPr>
          <p:nvPr/>
        </p:nvSpPr>
        <p:spPr>
          <a:xfrm>
            <a:off x="6311251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04</a:t>
            </a:r>
          </a:p>
        </p:txBody>
      </p:sp>
      <p:cxnSp>
        <p:nvCxnSpPr>
          <p:cNvPr id="150" name="Straight Connector 23">
            <a:extLst>
              <a:ext uri="{FF2B5EF4-FFF2-40B4-BE49-F238E27FC236}">
                <a16:creationId xmlns:a16="http://schemas.microsoft.com/office/drawing/2014/main" id="{CEAD1FA9-6F69-70AE-EB74-DF4A3FC88F78}"/>
              </a:ext>
            </a:extLst>
          </p:cNvPr>
          <p:cNvCxnSpPr>
            <a:cxnSpLocks/>
          </p:cNvCxnSpPr>
          <p:nvPr/>
        </p:nvCxnSpPr>
        <p:spPr>
          <a:xfrm>
            <a:off x="6456057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tem Heading 16">
            <a:extLst>
              <a:ext uri="{FF2B5EF4-FFF2-40B4-BE49-F238E27FC236}">
                <a16:creationId xmlns:a16="http://schemas.microsoft.com/office/drawing/2014/main" id="{66BF9565-18AF-4C60-67C2-34D45F29E92B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7481305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2" name="Item Text 17">
            <a:extLst>
              <a:ext uri="{FF2B5EF4-FFF2-40B4-BE49-F238E27FC236}">
                <a16:creationId xmlns:a16="http://schemas.microsoft.com/office/drawing/2014/main" id="{8D13E232-9B5B-09EA-164B-413D8089668C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7481304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3" name="Title 1">
            <a:extLst>
              <a:ext uri="{FF2B5EF4-FFF2-40B4-BE49-F238E27FC236}">
                <a16:creationId xmlns:a16="http://schemas.microsoft.com/office/drawing/2014/main" id="{68B19735-751B-5B0E-72D3-D965E92614B1}"/>
              </a:ext>
            </a:extLst>
          </p:cNvPr>
          <p:cNvSpPr txBox="1">
            <a:spLocks/>
          </p:cNvSpPr>
          <p:nvPr/>
        </p:nvSpPr>
        <p:spPr>
          <a:xfrm>
            <a:off x="6311251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05</a:t>
            </a:r>
          </a:p>
        </p:txBody>
      </p:sp>
      <p:cxnSp>
        <p:nvCxnSpPr>
          <p:cNvPr id="154" name="Straight Connector 28">
            <a:extLst>
              <a:ext uri="{FF2B5EF4-FFF2-40B4-BE49-F238E27FC236}">
                <a16:creationId xmlns:a16="http://schemas.microsoft.com/office/drawing/2014/main" id="{E1FBF62B-643F-2C41-216C-F1A45B416060}"/>
              </a:ext>
            </a:extLst>
          </p:cNvPr>
          <p:cNvCxnSpPr>
            <a:cxnSpLocks/>
          </p:cNvCxnSpPr>
          <p:nvPr/>
        </p:nvCxnSpPr>
        <p:spPr>
          <a:xfrm>
            <a:off x="6456057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tem Heading 18">
            <a:extLst>
              <a:ext uri="{FF2B5EF4-FFF2-40B4-BE49-F238E27FC236}">
                <a16:creationId xmlns:a16="http://schemas.microsoft.com/office/drawing/2014/main" id="{7C2271DB-9519-2FF9-C6C4-E4B4A50C885D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7481305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6" name="Item Text 19">
            <a:extLst>
              <a:ext uri="{FF2B5EF4-FFF2-40B4-BE49-F238E27FC236}">
                <a16:creationId xmlns:a16="http://schemas.microsoft.com/office/drawing/2014/main" id="{7D066D68-FE18-7B27-3721-F8D870911AC5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7481304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7" name="Title 1">
            <a:extLst>
              <a:ext uri="{FF2B5EF4-FFF2-40B4-BE49-F238E27FC236}">
                <a16:creationId xmlns:a16="http://schemas.microsoft.com/office/drawing/2014/main" id="{AA161A3D-3F43-8D06-116E-6032D4F115D1}"/>
              </a:ext>
            </a:extLst>
          </p:cNvPr>
          <p:cNvSpPr txBox="1">
            <a:spLocks/>
          </p:cNvSpPr>
          <p:nvPr/>
        </p:nvSpPr>
        <p:spPr>
          <a:xfrm>
            <a:off x="6311250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06</a:t>
            </a:r>
          </a:p>
        </p:txBody>
      </p:sp>
      <p:cxnSp>
        <p:nvCxnSpPr>
          <p:cNvPr id="158" name="Straight Connector 33">
            <a:extLst>
              <a:ext uri="{FF2B5EF4-FFF2-40B4-BE49-F238E27FC236}">
                <a16:creationId xmlns:a16="http://schemas.microsoft.com/office/drawing/2014/main" id="{2D365444-232A-E53F-F1E8-1B052ED50E94}"/>
              </a:ext>
            </a:extLst>
          </p:cNvPr>
          <p:cNvCxnSpPr>
            <a:cxnSpLocks/>
          </p:cNvCxnSpPr>
          <p:nvPr/>
        </p:nvCxnSpPr>
        <p:spPr>
          <a:xfrm>
            <a:off x="6456056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tem Heading 20">
            <a:extLst>
              <a:ext uri="{FF2B5EF4-FFF2-40B4-BE49-F238E27FC236}">
                <a16:creationId xmlns:a16="http://schemas.microsoft.com/office/drawing/2014/main" id="{442DCD92-823D-7B41-A94F-2890FC59E783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7481304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60" name="Item Text 21">
            <a:extLst>
              <a:ext uri="{FF2B5EF4-FFF2-40B4-BE49-F238E27FC236}">
                <a16:creationId xmlns:a16="http://schemas.microsoft.com/office/drawing/2014/main" id="{33AC75AB-9D44-E6D3-2BAC-CD1E1181FD0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481303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057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–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Background gradient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35F0F9-490B-CBD4-D591-C30BC3A4AC87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818462" y="811778"/>
            <a:ext cx="6692323" cy="142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 b="0" i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 b="0" i="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600" b="0" i="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1B54FCA0-1143-272D-7052-6CB5110E03F0}"/>
              </a:ext>
            </a:extLst>
          </p:cNvPr>
          <p:cNvSpPr txBox="1">
            <a:spLocks/>
          </p:cNvSpPr>
          <p:nvPr/>
        </p:nvSpPr>
        <p:spPr>
          <a:xfrm>
            <a:off x="1673657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cxnSp>
        <p:nvCxnSpPr>
          <p:cNvPr id="138" name="Straight Connector 8">
            <a:extLst>
              <a:ext uri="{FF2B5EF4-FFF2-40B4-BE49-F238E27FC236}">
                <a16:creationId xmlns:a16="http://schemas.microsoft.com/office/drawing/2014/main" id="{C591E34D-FAE8-DCB8-77DD-20ABF1E11502}"/>
              </a:ext>
            </a:extLst>
          </p:cNvPr>
          <p:cNvCxnSpPr>
            <a:cxnSpLocks/>
          </p:cNvCxnSpPr>
          <p:nvPr/>
        </p:nvCxnSpPr>
        <p:spPr>
          <a:xfrm>
            <a:off x="1818463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tem Heading 10">
            <a:extLst>
              <a:ext uri="{FF2B5EF4-FFF2-40B4-BE49-F238E27FC236}">
                <a16:creationId xmlns:a16="http://schemas.microsoft.com/office/drawing/2014/main" id="{CC62B4B5-0401-7CAD-4D66-D15BA10DB08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843711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0" name="Item Text 11">
            <a:extLst>
              <a:ext uri="{FF2B5EF4-FFF2-40B4-BE49-F238E27FC236}">
                <a16:creationId xmlns:a16="http://schemas.microsoft.com/office/drawing/2014/main" id="{7FD0EF9F-8ECA-169F-0B19-A6160101395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2843710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90AA8BB4-86EC-A1EC-AD23-C19CC994F9CA}"/>
              </a:ext>
            </a:extLst>
          </p:cNvPr>
          <p:cNvSpPr txBox="1">
            <a:spLocks/>
          </p:cNvSpPr>
          <p:nvPr/>
        </p:nvSpPr>
        <p:spPr>
          <a:xfrm>
            <a:off x="1673657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cxnSp>
        <p:nvCxnSpPr>
          <p:cNvPr id="142" name="Straight Connector 13">
            <a:extLst>
              <a:ext uri="{FF2B5EF4-FFF2-40B4-BE49-F238E27FC236}">
                <a16:creationId xmlns:a16="http://schemas.microsoft.com/office/drawing/2014/main" id="{BDC9BC6C-CF20-AD04-BE76-A49BD766058E}"/>
              </a:ext>
            </a:extLst>
          </p:cNvPr>
          <p:cNvCxnSpPr>
            <a:cxnSpLocks/>
          </p:cNvCxnSpPr>
          <p:nvPr/>
        </p:nvCxnSpPr>
        <p:spPr>
          <a:xfrm>
            <a:off x="1818463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tem Heading 12">
            <a:extLst>
              <a:ext uri="{FF2B5EF4-FFF2-40B4-BE49-F238E27FC236}">
                <a16:creationId xmlns:a16="http://schemas.microsoft.com/office/drawing/2014/main" id="{2C754E2C-6473-DEE7-363F-0BC0468EC9B1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843711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4" name="Item Text 13">
            <a:extLst>
              <a:ext uri="{FF2B5EF4-FFF2-40B4-BE49-F238E27FC236}">
                <a16:creationId xmlns:a16="http://schemas.microsoft.com/office/drawing/2014/main" id="{AABC2D33-9AEC-D56B-42DF-27A45782522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843710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5" name="Title 1">
            <a:extLst>
              <a:ext uri="{FF2B5EF4-FFF2-40B4-BE49-F238E27FC236}">
                <a16:creationId xmlns:a16="http://schemas.microsoft.com/office/drawing/2014/main" id="{232586D6-6DB4-5B0E-3F88-A2DF6954DFE7}"/>
              </a:ext>
            </a:extLst>
          </p:cNvPr>
          <p:cNvSpPr txBox="1">
            <a:spLocks/>
          </p:cNvSpPr>
          <p:nvPr/>
        </p:nvSpPr>
        <p:spPr>
          <a:xfrm>
            <a:off x="1673656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cxnSp>
        <p:nvCxnSpPr>
          <p:cNvPr id="146" name="Straight Connector 18">
            <a:extLst>
              <a:ext uri="{FF2B5EF4-FFF2-40B4-BE49-F238E27FC236}">
                <a16:creationId xmlns:a16="http://schemas.microsoft.com/office/drawing/2014/main" id="{7D4B1E6A-4A51-B2C7-EA60-ED8D413C762F}"/>
              </a:ext>
            </a:extLst>
          </p:cNvPr>
          <p:cNvCxnSpPr>
            <a:cxnSpLocks/>
          </p:cNvCxnSpPr>
          <p:nvPr/>
        </p:nvCxnSpPr>
        <p:spPr>
          <a:xfrm>
            <a:off x="1818462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tem Heading 14">
            <a:extLst>
              <a:ext uri="{FF2B5EF4-FFF2-40B4-BE49-F238E27FC236}">
                <a16:creationId xmlns:a16="http://schemas.microsoft.com/office/drawing/2014/main" id="{C25BA517-E8CC-CFAB-6107-CFC5061B36F6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843710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8" name="Item Text 15">
            <a:extLst>
              <a:ext uri="{FF2B5EF4-FFF2-40B4-BE49-F238E27FC236}">
                <a16:creationId xmlns:a16="http://schemas.microsoft.com/office/drawing/2014/main" id="{221272A1-D5E8-00E5-B03E-51946273A430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843709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9" name="Title 1">
            <a:extLst>
              <a:ext uri="{FF2B5EF4-FFF2-40B4-BE49-F238E27FC236}">
                <a16:creationId xmlns:a16="http://schemas.microsoft.com/office/drawing/2014/main" id="{B65BE9C8-167D-BCDA-5407-41B3B967108F}"/>
              </a:ext>
            </a:extLst>
          </p:cNvPr>
          <p:cNvSpPr txBox="1">
            <a:spLocks/>
          </p:cNvSpPr>
          <p:nvPr/>
        </p:nvSpPr>
        <p:spPr>
          <a:xfrm>
            <a:off x="6311251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04</a:t>
            </a:r>
          </a:p>
        </p:txBody>
      </p:sp>
      <p:cxnSp>
        <p:nvCxnSpPr>
          <p:cNvPr id="150" name="Straight Connector 23">
            <a:extLst>
              <a:ext uri="{FF2B5EF4-FFF2-40B4-BE49-F238E27FC236}">
                <a16:creationId xmlns:a16="http://schemas.microsoft.com/office/drawing/2014/main" id="{CEAD1FA9-6F69-70AE-EB74-DF4A3FC88F78}"/>
              </a:ext>
            </a:extLst>
          </p:cNvPr>
          <p:cNvCxnSpPr>
            <a:cxnSpLocks/>
          </p:cNvCxnSpPr>
          <p:nvPr/>
        </p:nvCxnSpPr>
        <p:spPr>
          <a:xfrm>
            <a:off x="6456057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tem Heading 16">
            <a:extLst>
              <a:ext uri="{FF2B5EF4-FFF2-40B4-BE49-F238E27FC236}">
                <a16:creationId xmlns:a16="http://schemas.microsoft.com/office/drawing/2014/main" id="{66BF9565-18AF-4C60-67C2-34D45F29E92B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7481305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2" name="Item Text 17">
            <a:extLst>
              <a:ext uri="{FF2B5EF4-FFF2-40B4-BE49-F238E27FC236}">
                <a16:creationId xmlns:a16="http://schemas.microsoft.com/office/drawing/2014/main" id="{8D13E232-9B5B-09EA-164B-413D8089668C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7481304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3" name="Title 1">
            <a:extLst>
              <a:ext uri="{FF2B5EF4-FFF2-40B4-BE49-F238E27FC236}">
                <a16:creationId xmlns:a16="http://schemas.microsoft.com/office/drawing/2014/main" id="{68B19735-751B-5B0E-72D3-D965E92614B1}"/>
              </a:ext>
            </a:extLst>
          </p:cNvPr>
          <p:cNvSpPr txBox="1">
            <a:spLocks/>
          </p:cNvSpPr>
          <p:nvPr/>
        </p:nvSpPr>
        <p:spPr>
          <a:xfrm>
            <a:off x="6311251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05</a:t>
            </a:r>
          </a:p>
        </p:txBody>
      </p:sp>
      <p:cxnSp>
        <p:nvCxnSpPr>
          <p:cNvPr id="154" name="Straight Connector 28">
            <a:extLst>
              <a:ext uri="{FF2B5EF4-FFF2-40B4-BE49-F238E27FC236}">
                <a16:creationId xmlns:a16="http://schemas.microsoft.com/office/drawing/2014/main" id="{E1FBF62B-643F-2C41-216C-F1A45B416060}"/>
              </a:ext>
            </a:extLst>
          </p:cNvPr>
          <p:cNvCxnSpPr>
            <a:cxnSpLocks/>
          </p:cNvCxnSpPr>
          <p:nvPr/>
        </p:nvCxnSpPr>
        <p:spPr>
          <a:xfrm>
            <a:off x="6456057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tem Heading 18">
            <a:extLst>
              <a:ext uri="{FF2B5EF4-FFF2-40B4-BE49-F238E27FC236}">
                <a16:creationId xmlns:a16="http://schemas.microsoft.com/office/drawing/2014/main" id="{7C2271DB-9519-2FF9-C6C4-E4B4A50C885D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7481305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6" name="Item Text 19">
            <a:extLst>
              <a:ext uri="{FF2B5EF4-FFF2-40B4-BE49-F238E27FC236}">
                <a16:creationId xmlns:a16="http://schemas.microsoft.com/office/drawing/2014/main" id="{7D066D68-FE18-7B27-3721-F8D870911AC5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7481304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7" name="Title 1">
            <a:extLst>
              <a:ext uri="{FF2B5EF4-FFF2-40B4-BE49-F238E27FC236}">
                <a16:creationId xmlns:a16="http://schemas.microsoft.com/office/drawing/2014/main" id="{AA161A3D-3F43-8D06-116E-6032D4F115D1}"/>
              </a:ext>
            </a:extLst>
          </p:cNvPr>
          <p:cNvSpPr txBox="1">
            <a:spLocks/>
          </p:cNvSpPr>
          <p:nvPr/>
        </p:nvSpPr>
        <p:spPr>
          <a:xfrm>
            <a:off x="6311250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06</a:t>
            </a:r>
          </a:p>
        </p:txBody>
      </p:sp>
      <p:cxnSp>
        <p:nvCxnSpPr>
          <p:cNvPr id="158" name="Straight Connector 33">
            <a:extLst>
              <a:ext uri="{FF2B5EF4-FFF2-40B4-BE49-F238E27FC236}">
                <a16:creationId xmlns:a16="http://schemas.microsoft.com/office/drawing/2014/main" id="{2D365444-232A-E53F-F1E8-1B052ED50E94}"/>
              </a:ext>
            </a:extLst>
          </p:cNvPr>
          <p:cNvCxnSpPr>
            <a:cxnSpLocks/>
          </p:cNvCxnSpPr>
          <p:nvPr/>
        </p:nvCxnSpPr>
        <p:spPr>
          <a:xfrm>
            <a:off x="6456056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tem Heading 20">
            <a:extLst>
              <a:ext uri="{FF2B5EF4-FFF2-40B4-BE49-F238E27FC236}">
                <a16:creationId xmlns:a16="http://schemas.microsoft.com/office/drawing/2014/main" id="{442DCD92-823D-7B41-A94F-2890FC59E783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7481304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60" name="Item Text 21">
            <a:extLst>
              <a:ext uri="{FF2B5EF4-FFF2-40B4-BE49-F238E27FC236}">
                <a16:creationId xmlns:a16="http://schemas.microsoft.com/office/drawing/2014/main" id="{33AC75AB-9D44-E6D3-2BAC-CD1E1181FD0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481303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0576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AF6C1773-07C5-75AD-A812-688454F1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0248"/>
            <a:ext cx="12192000" cy="34177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E2D41E-6442-2A3F-F94D-12D3AD7D0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01320">
            <a:off x="908122" y="2077265"/>
            <a:ext cx="2995433" cy="31498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D41D32-772E-22DF-AAD5-E97F6948B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12248">
            <a:off x="4743174" y="2091958"/>
            <a:ext cx="2995433" cy="31498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8C32470-562D-77BE-799C-F1E2D71E1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5200">
            <a:off x="8129749" y="2186901"/>
            <a:ext cx="2995433" cy="3149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2CDAA-0A30-6495-889E-BE17C15338C8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69394" y="907463"/>
            <a:ext cx="10991624" cy="803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 b="0">
                <a:solidFill>
                  <a:schemeClr val="accent3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3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3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20" name="Team member image slot 1"/>
          <p:cNvSpPr>
            <a:spLocks noGrp="1"/>
          </p:cNvSpPr>
          <p:nvPr>
            <p:ph type="pic" idx="20"/>
          </p:nvPr>
        </p:nvSpPr>
        <p:spPr>
          <a:xfrm>
            <a:off x="8596094" y="2682406"/>
            <a:ext cx="2222063" cy="2236687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8" name="Team member name 1">
            <a:extLst>
              <a:ext uri="{FF2B5EF4-FFF2-40B4-BE49-F238E27FC236}">
                <a16:creationId xmlns:a16="http://schemas.microsoft.com/office/drawing/2014/main" id="{3C6F509A-88A6-938D-C020-8843B3FF0FD4}"/>
              </a:ext>
            </a:extLst>
          </p:cNvPr>
          <p:cNvSpPr txBox="1">
            <a:spLocks noGrp="1"/>
          </p:cNvSpPr>
          <p:nvPr userDrawn="1">
            <p:ph type="body" idx="10"/>
          </p:nvPr>
        </p:nvSpPr>
        <p:spPr>
          <a:xfrm>
            <a:off x="1010263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9" name="Team member title 1">
            <a:extLst>
              <a:ext uri="{FF2B5EF4-FFF2-40B4-BE49-F238E27FC236}">
                <a16:creationId xmlns:a16="http://schemas.microsoft.com/office/drawing/2014/main" id="{BFC3CAB5-6F06-088C-1962-C0A377E709F8}"/>
              </a:ext>
            </a:extLst>
          </p:cNvPr>
          <p:cNvSpPr txBox="1">
            <a:spLocks noGrp="1"/>
          </p:cNvSpPr>
          <p:nvPr userDrawn="1">
            <p:ph type="body" idx="11"/>
          </p:nvPr>
        </p:nvSpPr>
        <p:spPr>
          <a:xfrm>
            <a:off x="1010263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721" name="Team member image slot 2"/>
          <p:cNvSpPr>
            <a:spLocks noGrp="1"/>
          </p:cNvSpPr>
          <p:nvPr>
            <p:ph type="pic" idx="21"/>
          </p:nvPr>
        </p:nvSpPr>
        <p:spPr>
          <a:xfrm>
            <a:off x="1453422" y="2645540"/>
            <a:ext cx="2239749" cy="2160997"/>
          </a:xfrm>
          <a:custGeom>
            <a:avLst/>
            <a:gdLst>
              <a:gd name="connsiteX0" fmla="*/ 453836 w 1452080"/>
              <a:gd name="connsiteY0" fmla="*/ 249 h 1401023"/>
              <a:gd name="connsiteX1" fmla="*/ 931930 w 1452080"/>
              <a:gd name="connsiteY1" fmla="*/ 103634 h 1401023"/>
              <a:gd name="connsiteX2" fmla="*/ 1373758 w 1452080"/>
              <a:gd name="connsiteY2" fmla="*/ 444348 h 1401023"/>
              <a:gd name="connsiteX3" fmla="*/ 1386947 w 1452080"/>
              <a:gd name="connsiteY3" fmla="*/ 464131 h 1401023"/>
              <a:gd name="connsiteX4" fmla="*/ 1452032 w 1452080"/>
              <a:gd name="connsiteY4" fmla="*/ 671953 h 1401023"/>
              <a:gd name="connsiteX5" fmla="*/ 1452080 w 1452080"/>
              <a:gd name="connsiteY5" fmla="*/ 671857 h 1401023"/>
              <a:gd name="connsiteX6" fmla="*/ 1397938 w 1452080"/>
              <a:gd name="connsiteY6" fmla="*/ 863048 h 1401023"/>
              <a:gd name="connsiteX7" fmla="*/ 1394068 w 1452080"/>
              <a:gd name="connsiteY7" fmla="*/ 870599 h 1401023"/>
              <a:gd name="connsiteX8" fmla="*/ 1212433 w 1452080"/>
              <a:gd name="connsiteY8" fmla="*/ 1086161 h 1401023"/>
              <a:gd name="connsiteX9" fmla="*/ 697444 w 1452080"/>
              <a:gd name="connsiteY9" fmla="*/ 1387069 h 1401023"/>
              <a:gd name="connsiteX10" fmla="*/ 643637 w 1452080"/>
              <a:gd name="connsiteY10" fmla="*/ 1395909 h 1401023"/>
              <a:gd name="connsiteX11" fmla="*/ 582614 w 1452080"/>
              <a:gd name="connsiteY11" fmla="*/ 1401023 h 1401023"/>
              <a:gd name="connsiteX12" fmla="*/ 338189 w 1452080"/>
              <a:gd name="connsiteY12" fmla="*/ 1306836 h 1401023"/>
              <a:gd name="connsiteX13" fmla="*/ 334079 w 1452080"/>
              <a:gd name="connsiteY13" fmla="*/ 1303396 h 1401023"/>
              <a:gd name="connsiteX14" fmla="*/ 53528 w 1452080"/>
              <a:gd name="connsiteY14" fmla="*/ 867015 h 1401023"/>
              <a:gd name="connsiteX15" fmla="*/ 53528 w 1452080"/>
              <a:gd name="connsiteY15" fmla="*/ 243934 h 1401023"/>
              <a:gd name="connsiteX16" fmla="*/ 61795 w 1452080"/>
              <a:gd name="connsiteY16" fmla="*/ 226444 h 1401023"/>
              <a:gd name="connsiteX17" fmla="*/ 308227 w 1452080"/>
              <a:gd name="connsiteY17" fmla="*/ 18862 h 1401023"/>
              <a:gd name="connsiteX18" fmla="*/ 316638 w 1452080"/>
              <a:gd name="connsiteY18" fmla="*/ 15995 h 1401023"/>
              <a:gd name="connsiteX19" fmla="*/ 453836 w 1452080"/>
              <a:gd name="connsiteY19" fmla="*/ 249 h 140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52080" h="1401023">
                <a:moveTo>
                  <a:pt x="453836" y="249"/>
                </a:moveTo>
                <a:cubicBezTo>
                  <a:pt x="599196" y="-3257"/>
                  <a:pt x="766423" y="30271"/>
                  <a:pt x="931930" y="103634"/>
                </a:cubicBezTo>
                <a:cubicBezTo>
                  <a:pt x="1125176" y="189315"/>
                  <a:pt x="1279716" y="313128"/>
                  <a:pt x="1373758" y="444348"/>
                </a:cubicBezTo>
                <a:cubicBezTo>
                  <a:pt x="1378489" y="450942"/>
                  <a:pt x="1382886" y="457537"/>
                  <a:pt x="1386947" y="464131"/>
                </a:cubicBezTo>
                <a:cubicBezTo>
                  <a:pt x="1427948" y="523052"/>
                  <a:pt x="1452032" y="594683"/>
                  <a:pt x="1452032" y="671953"/>
                </a:cubicBezTo>
                <a:lnTo>
                  <a:pt x="1452080" y="671857"/>
                </a:lnTo>
                <a:cubicBezTo>
                  <a:pt x="1452080" y="742007"/>
                  <a:pt x="1432248" y="807474"/>
                  <a:pt x="1397938" y="863048"/>
                </a:cubicBezTo>
                <a:cubicBezTo>
                  <a:pt x="1396887" y="865773"/>
                  <a:pt x="1395596" y="868305"/>
                  <a:pt x="1394068" y="870599"/>
                </a:cubicBezTo>
                <a:cubicBezTo>
                  <a:pt x="1344131" y="944858"/>
                  <a:pt x="1283300" y="1017779"/>
                  <a:pt x="1212433" y="1086161"/>
                </a:cubicBezTo>
                <a:cubicBezTo>
                  <a:pt x="1049817" y="1243090"/>
                  <a:pt x="865077" y="1346499"/>
                  <a:pt x="697444" y="1387069"/>
                </a:cubicBezTo>
                <a:cubicBezTo>
                  <a:pt x="678759" y="1391561"/>
                  <a:pt x="660888" y="1394476"/>
                  <a:pt x="643637" y="1395909"/>
                </a:cubicBezTo>
                <a:cubicBezTo>
                  <a:pt x="623758" y="1399255"/>
                  <a:pt x="603401" y="1401023"/>
                  <a:pt x="582614" y="1401023"/>
                </a:cubicBezTo>
                <a:cubicBezTo>
                  <a:pt x="488571" y="1401023"/>
                  <a:pt x="402844" y="1365375"/>
                  <a:pt x="338189" y="1306836"/>
                </a:cubicBezTo>
                <a:cubicBezTo>
                  <a:pt x="336803" y="1305690"/>
                  <a:pt x="335465" y="1304591"/>
                  <a:pt x="334079" y="1303396"/>
                </a:cubicBezTo>
                <a:cubicBezTo>
                  <a:pt x="214615" y="1200322"/>
                  <a:pt x="113261" y="1049031"/>
                  <a:pt x="53528" y="867015"/>
                </a:cubicBezTo>
                <a:cubicBezTo>
                  <a:pt x="-20540" y="641417"/>
                  <a:pt x="-15093" y="415963"/>
                  <a:pt x="53528" y="243934"/>
                </a:cubicBezTo>
                <a:cubicBezTo>
                  <a:pt x="56156" y="237435"/>
                  <a:pt x="58880" y="231605"/>
                  <a:pt x="61795" y="226444"/>
                </a:cubicBezTo>
                <a:cubicBezTo>
                  <a:pt x="106714" y="123944"/>
                  <a:pt x="197507" y="46100"/>
                  <a:pt x="308227" y="18862"/>
                </a:cubicBezTo>
                <a:cubicBezTo>
                  <a:pt x="310999" y="17572"/>
                  <a:pt x="313771" y="16616"/>
                  <a:pt x="316638" y="15995"/>
                </a:cubicBezTo>
                <a:cubicBezTo>
                  <a:pt x="359358" y="6701"/>
                  <a:pt x="405382" y="1417"/>
                  <a:pt x="453836" y="249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722" name="Team member image slot 3"/>
          <p:cNvSpPr>
            <a:spLocks noGrp="1"/>
          </p:cNvSpPr>
          <p:nvPr>
            <p:ph type="pic" idx="22"/>
          </p:nvPr>
        </p:nvSpPr>
        <p:spPr>
          <a:xfrm>
            <a:off x="4869519" y="2713516"/>
            <a:ext cx="2250407" cy="209659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20" name="Team member name 2">
            <a:extLst>
              <a:ext uri="{FF2B5EF4-FFF2-40B4-BE49-F238E27FC236}">
                <a16:creationId xmlns:a16="http://schemas.microsoft.com/office/drawing/2014/main" id="{B6E7E961-E6AD-A21F-DD84-1C237ED77AFF}"/>
              </a:ext>
            </a:extLst>
          </p:cNvPr>
          <p:cNvSpPr txBox="1">
            <a:spLocks noGrp="1"/>
          </p:cNvSpPr>
          <p:nvPr userDrawn="1">
            <p:ph type="body" idx="12"/>
          </p:nvPr>
        </p:nvSpPr>
        <p:spPr>
          <a:xfrm>
            <a:off x="4518091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1" name="Team member title 2">
            <a:extLst>
              <a:ext uri="{FF2B5EF4-FFF2-40B4-BE49-F238E27FC236}">
                <a16:creationId xmlns:a16="http://schemas.microsoft.com/office/drawing/2014/main" id="{39E952A2-DC54-FE65-B341-C104FBB67A63}"/>
              </a:ext>
            </a:extLst>
          </p:cNvPr>
          <p:cNvSpPr txBox="1">
            <a:spLocks noGrp="1"/>
          </p:cNvSpPr>
          <p:nvPr userDrawn="1">
            <p:ph type="body" idx="13"/>
          </p:nvPr>
        </p:nvSpPr>
        <p:spPr>
          <a:xfrm>
            <a:off x="4518091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2" name="Team member name 3">
            <a:extLst>
              <a:ext uri="{FF2B5EF4-FFF2-40B4-BE49-F238E27FC236}">
                <a16:creationId xmlns:a16="http://schemas.microsoft.com/office/drawing/2014/main" id="{997DD21F-C3D3-6934-E9C8-824080E296F9}"/>
              </a:ext>
            </a:extLst>
          </p:cNvPr>
          <p:cNvSpPr txBox="1">
            <a:spLocks noGrp="1"/>
          </p:cNvSpPr>
          <p:nvPr userDrawn="1">
            <p:ph type="body" idx="14"/>
          </p:nvPr>
        </p:nvSpPr>
        <p:spPr>
          <a:xfrm>
            <a:off x="8025919" y="5243840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3" name="Team member title 3">
            <a:extLst>
              <a:ext uri="{FF2B5EF4-FFF2-40B4-BE49-F238E27FC236}">
                <a16:creationId xmlns:a16="http://schemas.microsoft.com/office/drawing/2014/main" id="{DDAF9FDD-3E58-01B3-947E-E7E63BAE9BED}"/>
              </a:ext>
            </a:extLst>
          </p:cNvPr>
          <p:cNvSpPr txBox="1">
            <a:spLocks noGrp="1"/>
          </p:cNvSpPr>
          <p:nvPr userDrawn="1">
            <p:ph type="body" idx="15"/>
          </p:nvPr>
        </p:nvSpPr>
        <p:spPr>
          <a:xfrm>
            <a:off x="8025919" y="5661745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24" name="Graphic 23" descr="Photo of Mint Group team members at work">
            <a:extLst>
              <a:ext uri="{FF2B5EF4-FFF2-40B4-BE49-F238E27FC236}">
                <a16:creationId xmlns:a16="http://schemas.microsoft.com/office/drawing/2014/main" id="{73F3395A-DAA4-AD1D-CBDC-9077B0197D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2882" y="5650810"/>
            <a:ext cx="905271" cy="905271"/>
          </a:xfrm>
          <a:prstGeom prst="rect">
            <a:avLst/>
          </a:prstGeom>
        </p:spPr>
      </p:pic>
      <p:pic>
        <p:nvPicPr>
          <p:cNvPr id="25" name="Graphic 24" descr="Photo of Mint Group team members at work">
            <a:extLst>
              <a:ext uri="{FF2B5EF4-FFF2-40B4-BE49-F238E27FC236}">
                <a16:creationId xmlns:a16="http://schemas.microsoft.com/office/drawing/2014/main" id="{992271E1-F514-18AC-D4CF-340E5D84D6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784349">
            <a:off x="1341866" y="2338348"/>
            <a:ext cx="2506094" cy="2767146"/>
          </a:xfrm>
          <a:prstGeom prst="rect">
            <a:avLst/>
          </a:prstGeom>
        </p:spPr>
      </p:pic>
      <p:pic>
        <p:nvPicPr>
          <p:cNvPr id="26" name="Graphic 25" descr="Photo of Mint Group team members at work">
            <a:extLst>
              <a:ext uri="{FF2B5EF4-FFF2-40B4-BE49-F238E27FC236}">
                <a16:creationId xmlns:a16="http://schemas.microsoft.com/office/drawing/2014/main" id="{BABF70BC-27F3-F9A0-07CA-4C87CAC637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753557">
            <a:off x="8249504" y="2473949"/>
            <a:ext cx="2506094" cy="2767146"/>
          </a:xfrm>
          <a:prstGeom prst="rect">
            <a:avLst/>
          </a:prstGeom>
        </p:spPr>
      </p:pic>
      <p:pic>
        <p:nvPicPr>
          <p:cNvPr id="27" name="Graphic 26" descr="Photo of Mint Group team members at work">
            <a:extLst>
              <a:ext uri="{FF2B5EF4-FFF2-40B4-BE49-F238E27FC236}">
                <a16:creationId xmlns:a16="http://schemas.microsoft.com/office/drawing/2014/main" id="{F216D984-8D41-C881-EC79-FE2CF6466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810883" y="2417177"/>
            <a:ext cx="2506094" cy="2767146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9338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AF6C1773-07C5-75AD-A812-688454F1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0248"/>
            <a:ext cx="12192000" cy="34177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E2D41E-6442-2A3F-F94D-12D3AD7D0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01320">
            <a:off x="908122" y="2077265"/>
            <a:ext cx="2995433" cy="31498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D41D32-772E-22DF-AAD5-E97F6948B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12248">
            <a:off x="4743174" y="2091958"/>
            <a:ext cx="2995433" cy="31498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8C32470-562D-77BE-799C-F1E2D71E1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5200">
            <a:off x="8129749" y="2186901"/>
            <a:ext cx="2995433" cy="3149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2CDAA-0A30-6495-889E-BE17C15338C8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69394" y="907463"/>
            <a:ext cx="10991624" cy="803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 b="0">
                <a:solidFill>
                  <a:schemeClr val="accent3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3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3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20" name="Team member image slot 1"/>
          <p:cNvSpPr>
            <a:spLocks noGrp="1"/>
          </p:cNvSpPr>
          <p:nvPr>
            <p:ph type="pic" idx="20"/>
          </p:nvPr>
        </p:nvSpPr>
        <p:spPr>
          <a:xfrm>
            <a:off x="8596094" y="2682406"/>
            <a:ext cx="2222063" cy="2236687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8" name="Team member name 1">
            <a:extLst>
              <a:ext uri="{FF2B5EF4-FFF2-40B4-BE49-F238E27FC236}">
                <a16:creationId xmlns:a16="http://schemas.microsoft.com/office/drawing/2014/main" id="{3C6F509A-88A6-938D-C020-8843B3FF0FD4}"/>
              </a:ext>
            </a:extLst>
          </p:cNvPr>
          <p:cNvSpPr txBox="1">
            <a:spLocks noGrp="1"/>
          </p:cNvSpPr>
          <p:nvPr userDrawn="1">
            <p:ph type="body" idx="10"/>
          </p:nvPr>
        </p:nvSpPr>
        <p:spPr>
          <a:xfrm>
            <a:off x="1010263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9" name="Team member title 1">
            <a:extLst>
              <a:ext uri="{FF2B5EF4-FFF2-40B4-BE49-F238E27FC236}">
                <a16:creationId xmlns:a16="http://schemas.microsoft.com/office/drawing/2014/main" id="{BFC3CAB5-6F06-088C-1962-C0A377E709F8}"/>
              </a:ext>
            </a:extLst>
          </p:cNvPr>
          <p:cNvSpPr txBox="1">
            <a:spLocks noGrp="1"/>
          </p:cNvSpPr>
          <p:nvPr userDrawn="1">
            <p:ph type="body" idx="11"/>
          </p:nvPr>
        </p:nvSpPr>
        <p:spPr>
          <a:xfrm>
            <a:off x="1010263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721" name="Team member image slot 2"/>
          <p:cNvSpPr>
            <a:spLocks noGrp="1"/>
          </p:cNvSpPr>
          <p:nvPr>
            <p:ph type="pic" idx="21"/>
          </p:nvPr>
        </p:nvSpPr>
        <p:spPr>
          <a:xfrm>
            <a:off x="1453422" y="2645540"/>
            <a:ext cx="2239749" cy="2160997"/>
          </a:xfrm>
          <a:custGeom>
            <a:avLst/>
            <a:gdLst>
              <a:gd name="connsiteX0" fmla="*/ 453836 w 1452080"/>
              <a:gd name="connsiteY0" fmla="*/ 249 h 1401023"/>
              <a:gd name="connsiteX1" fmla="*/ 931930 w 1452080"/>
              <a:gd name="connsiteY1" fmla="*/ 103634 h 1401023"/>
              <a:gd name="connsiteX2" fmla="*/ 1373758 w 1452080"/>
              <a:gd name="connsiteY2" fmla="*/ 444348 h 1401023"/>
              <a:gd name="connsiteX3" fmla="*/ 1386947 w 1452080"/>
              <a:gd name="connsiteY3" fmla="*/ 464131 h 1401023"/>
              <a:gd name="connsiteX4" fmla="*/ 1452032 w 1452080"/>
              <a:gd name="connsiteY4" fmla="*/ 671953 h 1401023"/>
              <a:gd name="connsiteX5" fmla="*/ 1452080 w 1452080"/>
              <a:gd name="connsiteY5" fmla="*/ 671857 h 1401023"/>
              <a:gd name="connsiteX6" fmla="*/ 1397938 w 1452080"/>
              <a:gd name="connsiteY6" fmla="*/ 863048 h 1401023"/>
              <a:gd name="connsiteX7" fmla="*/ 1394068 w 1452080"/>
              <a:gd name="connsiteY7" fmla="*/ 870599 h 1401023"/>
              <a:gd name="connsiteX8" fmla="*/ 1212433 w 1452080"/>
              <a:gd name="connsiteY8" fmla="*/ 1086161 h 1401023"/>
              <a:gd name="connsiteX9" fmla="*/ 697444 w 1452080"/>
              <a:gd name="connsiteY9" fmla="*/ 1387069 h 1401023"/>
              <a:gd name="connsiteX10" fmla="*/ 643637 w 1452080"/>
              <a:gd name="connsiteY10" fmla="*/ 1395909 h 1401023"/>
              <a:gd name="connsiteX11" fmla="*/ 582614 w 1452080"/>
              <a:gd name="connsiteY11" fmla="*/ 1401023 h 1401023"/>
              <a:gd name="connsiteX12" fmla="*/ 338189 w 1452080"/>
              <a:gd name="connsiteY12" fmla="*/ 1306836 h 1401023"/>
              <a:gd name="connsiteX13" fmla="*/ 334079 w 1452080"/>
              <a:gd name="connsiteY13" fmla="*/ 1303396 h 1401023"/>
              <a:gd name="connsiteX14" fmla="*/ 53528 w 1452080"/>
              <a:gd name="connsiteY14" fmla="*/ 867015 h 1401023"/>
              <a:gd name="connsiteX15" fmla="*/ 53528 w 1452080"/>
              <a:gd name="connsiteY15" fmla="*/ 243934 h 1401023"/>
              <a:gd name="connsiteX16" fmla="*/ 61795 w 1452080"/>
              <a:gd name="connsiteY16" fmla="*/ 226444 h 1401023"/>
              <a:gd name="connsiteX17" fmla="*/ 308227 w 1452080"/>
              <a:gd name="connsiteY17" fmla="*/ 18862 h 1401023"/>
              <a:gd name="connsiteX18" fmla="*/ 316638 w 1452080"/>
              <a:gd name="connsiteY18" fmla="*/ 15995 h 1401023"/>
              <a:gd name="connsiteX19" fmla="*/ 453836 w 1452080"/>
              <a:gd name="connsiteY19" fmla="*/ 249 h 140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52080" h="1401023">
                <a:moveTo>
                  <a:pt x="453836" y="249"/>
                </a:moveTo>
                <a:cubicBezTo>
                  <a:pt x="599196" y="-3257"/>
                  <a:pt x="766423" y="30271"/>
                  <a:pt x="931930" y="103634"/>
                </a:cubicBezTo>
                <a:cubicBezTo>
                  <a:pt x="1125176" y="189315"/>
                  <a:pt x="1279716" y="313128"/>
                  <a:pt x="1373758" y="444348"/>
                </a:cubicBezTo>
                <a:cubicBezTo>
                  <a:pt x="1378489" y="450942"/>
                  <a:pt x="1382886" y="457537"/>
                  <a:pt x="1386947" y="464131"/>
                </a:cubicBezTo>
                <a:cubicBezTo>
                  <a:pt x="1427948" y="523052"/>
                  <a:pt x="1452032" y="594683"/>
                  <a:pt x="1452032" y="671953"/>
                </a:cubicBezTo>
                <a:lnTo>
                  <a:pt x="1452080" y="671857"/>
                </a:lnTo>
                <a:cubicBezTo>
                  <a:pt x="1452080" y="742007"/>
                  <a:pt x="1432248" y="807474"/>
                  <a:pt x="1397938" y="863048"/>
                </a:cubicBezTo>
                <a:cubicBezTo>
                  <a:pt x="1396887" y="865773"/>
                  <a:pt x="1395596" y="868305"/>
                  <a:pt x="1394068" y="870599"/>
                </a:cubicBezTo>
                <a:cubicBezTo>
                  <a:pt x="1344131" y="944858"/>
                  <a:pt x="1283300" y="1017779"/>
                  <a:pt x="1212433" y="1086161"/>
                </a:cubicBezTo>
                <a:cubicBezTo>
                  <a:pt x="1049817" y="1243090"/>
                  <a:pt x="865077" y="1346499"/>
                  <a:pt x="697444" y="1387069"/>
                </a:cubicBezTo>
                <a:cubicBezTo>
                  <a:pt x="678759" y="1391561"/>
                  <a:pt x="660888" y="1394476"/>
                  <a:pt x="643637" y="1395909"/>
                </a:cubicBezTo>
                <a:cubicBezTo>
                  <a:pt x="623758" y="1399255"/>
                  <a:pt x="603401" y="1401023"/>
                  <a:pt x="582614" y="1401023"/>
                </a:cubicBezTo>
                <a:cubicBezTo>
                  <a:pt x="488571" y="1401023"/>
                  <a:pt x="402844" y="1365375"/>
                  <a:pt x="338189" y="1306836"/>
                </a:cubicBezTo>
                <a:cubicBezTo>
                  <a:pt x="336803" y="1305690"/>
                  <a:pt x="335465" y="1304591"/>
                  <a:pt x="334079" y="1303396"/>
                </a:cubicBezTo>
                <a:cubicBezTo>
                  <a:pt x="214615" y="1200322"/>
                  <a:pt x="113261" y="1049031"/>
                  <a:pt x="53528" y="867015"/>
                </a:cubicBezTo>
                <a:cubicBezTo>
                  <a:pt x="-20540" y="641417"/>
                  <a:pt x="-15093" y="415963"/>
                  <a:pt x="53528" y="243934"/>
                </a:cubicBezTo>
                <a:cubicBezTo>
                  <a:pt x="56156" y="237435"/>
                  <a:pt x="58880" y="231605"/>
                  <a:pt x="61795" y="226444"/>
                </a:cubicBezTo>
                <a:cubicBezTo>
                  <a:pt x="106714" y="123944"/>
                  <a:pt x="197507" y="46100"/>
                  <a:pt x="308227" y="18862"/>
                </a:cubicBezTo>
                <a:cubicBezTo>
                  <a:pt x="310999" y="17572"/>
                  <a:pt x="313771" y="16616"/>
                  <a:pt x="316638" y="15995"/>
                </a:cubicBezTo>
                <a:cubicBezTo>
                  <a:pt x="359358" y="6701"/>
                  <a:pt x="405382" y="1417"/>
                  <a:pt x="453836" y="249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722" name="Team member image slot 3"/>
          <p:cNvSpPr>
            <a:spLocks noGrp="1"/>
          </p:cNvSpPr>
          <p:nvPr>
            <p:ph type="pic" idx="22"/>
          </p:nvPr>
        </p:nvSpPr>
        <p:spPr>
          <a:xfrm>
            <a:off x="4869519" y="2713516"/>
            <a:ext cx="2250407" cy="209659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20" name="Team member name 2">
            <a:extLst>
              <a:ext uri="{FF2B5EF4-FFF2-40B4-BE49-F238E27FC236}">
                <a16:creationId xmlns:a16="http://schemas.microsoft.com/office/drawing/2014/main" id="{B6E7E961-E6AD-A21F-DD84-1C237ED77AFF}"/>
              </a:ext>
            </a:extLst>
          </p:cNvPr>
          <p:cNvSpPr txBox="1">
            <a:spLocks noGrp="1"/>
          </p:cNvSpPr>
          <p:nvPr userDrawn="1">
            <p:ph type="body" idx="12"/>
          </p:nvPr>
        </p:nvSpPr>
        <p:spPr>
          <a:xfrm>
            <a:off x="4518091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1" name="Team member title 2">
            <a:extLst>
              <a:ext uri="{FF2B5EF4-FFF2-40B4-BE49-F238E27FC236}">
                <a16:creationId xmlns:a16="http://schemas.microsoft.com/office/drawing/2014/main" id="{39E952A2-DC54-FE65-B341-C104FBB67A63}"/>
              </a:ext>
            </a:extLst>
          </p:cNvPr>
          <p:cNvSpPr txBox="1">
            <a:spLocks noGrp="1"/>
          </p:cNvSpPr>
          <p:nvPr userDrawn="1">
            <p:ph type="body" idx="13"/>
          </p:nvPr>
        </p:nvSpPr>
        <p:spPr>
          <a:xfrm>
            <a:off x="4518091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2" name="Team member name 3">
            <a:extLst>
              <a:ext uri="{FF2B5EF4-FFF2-40B4-BE49-F238E27FC236}">
                <a16:creationId xmlns:a16="http://schemas.microsoft.com/office/drawing/2014/main" id="{997DD21F-C3D3-6934-E9C8-824080E296F9}"/>
              </a:ext>
            </a:extLst>
          </p:cNvPr>
          <p:cNvSpPr txBox="1">
            <a:spLocks noGrp="1"/>
          </p:cNvSpPr>
          <p:nvPr userDrawn="1">
            <p:ph type="body" idx="14"/>
          </p:nvPr>
        </p:nvSpPr>
        <p:spPr>
          <a:xfrm>
            <a:off x="8025919" y="5243840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3" name="Team member title 3">
            <a:extLst>
              <a:ext uri="{FF2B5EF4-FFF2-40B4-BE49-F238E27FC236}">
                <a16:creationId xmlns:a16="http://schemas.microsoft.com/office/drawing/2014/main" id="{DDAF9FDD-3E58-01B3-947E-E7E63BAE9BED}"/>
              </a:ext>
            </a:extLst>
          </p:cNvPr>
          <p:cNvSpPr txBox="1">
            <a:spLocks noGrp="1"/>
          </p:cNvSpPr>
          <p:nvPr userDrawn="1">
            <p:ph type="body" idx="15"/>
          </p:nvPr>
        </p:nvSpPr>
        <p:spPr>
          <a:xfrm>
            <a:off x="8025919" y="5661745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24" name="Graphic 23" descr="Photo of Mint Group team members at work">
            <a:extLst>
              <a:ext uri="{FF2B5EF4-FFF2-40B4-BE49-F238E27FC236}">
                <a16:creationId xmlns:a16="http://schemas.microsoft.com/office/drawing/2014/main" id="{73F3395A-DAA4-AD1D-CBDC-9077B0197D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2882" y="5650810"/>
            <a:ext cx="905271" cy="905271"/>
          </a:xfrm>
          <a:prstGeom prst="rect">
            <a:avLst/>
          </a:prstGeom>
        </p:spPr>
      </p:pic>
      <p:pic>
        <p:nvPicPr>
          <p:cNvPr id="25" name="Graphic 24" descr="Photo of Mint Group team members at work">
            <a:extLst>
              <a:ext uri="{FF2B5EF4-FFF2-40B4-BE49-F238E27FC236}">
                <a16:creationId xmlns:a16="http://schemas.microsoft.com/office/drawing/2014/main" id="{992271E1-F514-18AC-D4CF-340E5D84D6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784349">
            <a:off x="1341866" y="2338348"/>
            <a:ext cx="2506094" cy="2767146"/>
          </a:xfrm>
          <a:prstGeom prst="rect">
            <a:avLst/>
          </a:prstGeom>
        </p:spPr>
      </p:pic>
      <p:pic>
        <p:nvPicPr>
          <p:cNvPr id="26" name="Graphic 25" descr="Photo of Mint Group team members at work">
            <a:extLst>
              <a:ext uri="{FF2B5EF4-FFF2-40B4-BE49-F238E27FC236}">
                <a16:creationId xmlns:a16="http://schemas.microsoft.com/office/drawing/2014/main" id="{BABF70BC-27F3-F9A0-07CA-4C87CAC637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753557">
            <a:off x="8249504" y="2473949"/>
            <a:ext cx="2506094" cy="2767146"/>
          </a:xfrm>
          <a:prstGeom prst="rect">
            <a:avLst/>
          </a:prstGeom>
        </p:spPr>
      </p:pic>
      <p:pic>
        <p:nvPicPr>
          <p:cNvPr id="27" name="Graphic 26" descr="Photo of Mint Group team members at work">
            <a:extLst>
              <a:ext uri="{FF2B5EF4-FFF2-40B4-BE49-F238E27FC236}">
                <a16:creationId xmlns:a16="http://schemas.microsoft.com/office/drawing/2014/main" id="{F216D984-8D41-C881-EC79-FE2CF6466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810883" y="2417177"/>
            <a:ext cx="2506094" cy="2767146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9338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– Body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23ED58B-CE58-5EDE-0893-C66E42D98A55}"/>
              </a:ext>
            </a:extLst>
          </p:cNvPr>
          <p:cNvSpPr/>
          <p:nvPr userDrawn="1"/>
        </p:nvSpPr>
        <p:spPr>
          <a:xfrm rot="5400000">
            <a:off x="4846943" y="-770038"/>
            <a:ext cx="5495925" cy="8398078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Content Placeholder 8" descr="Photo of Mint Group team members at work">
            <a:extLst>
              <a:ext uri="{FF2B5EF4-FFF2-40B4-BE49-F238E27FC236}">
                <a16:creationId xmlns:a16="http://schemas.microsoft.com/office/drawing/2014/main" id="{90EF20E8-608B-489A-30EE-9D9C8701B1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9" r="24039"/>
          <a:stretch>
            <a:fillRect/>
          </a:stretch>
        </p:blipFill>
        <p:spPr>
          <a:xfrm>
            <a:off x="0" y="681037"/>
            <a:ext cx="3717325" cy="5495926"/>
          </a:xfrm>
          <a:custGeom>
            <a:avLst/>
            <a:gdLst>
              <a:gd name="connsiteX0" fmla="*/ 0 w 3717325"/>
              <a:gd name="connsiteY0" fmla="*/ 0 h 5495926"/>
              <a:gd name="connsiteX1" fmla="*/ 3717325 w 3717325"/>
              <a:gd name="connsiteY1" fmla="*/ 0 h 5495926"/>
              <a:gd name="connsiteX2" fmla="*/ 3717325 w 3717325"/>
              <a:gd name="connsiteY2" fmla="*/ 5495926 h 5495926"/>
              <a:gd name="connsiteX3" fmla="*/ 0 w 3717325"/>
              <a:gd name="connsiteY3" fmla="*/ 5495926 h 5495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7325" h="5495926">
                <a:moveTo>
                  <a:pt x="0" y="0"/>
                </a:moveTo>
                <a:lnTo>
                  <a:pt x="3717325" y="0"/>
                </a:lnTo>
                <a:lnTo>
                  <a:pt x="3717325" y="5495926"/>
                </a:lnTo>
                <a:lnTo>
                  <a:pt x="0" y="5495926"/>
                </a:lnTo>
                <a:close/>
              </a:path>
            </a:pathLst>
          </a:custGeom>
        </p:spPr>
      </p:pic>
      <p:sp>
        <p:nvSpPr>
          <p:cNvPr id="6" name="Body 3">
            <a:extLst>
              <a:ext uri="{FF2B5EF4-FFF2-40B4-BE49-F238E27FC236}">
                <a16:creationId xmlns:a16="http://schemas.microsoft.com/office/drawing/2014/main" id="{32583BBE-D5C9-6DB3-4B21-E594B2B5245B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4270938" y="3543667"/>
            <a:ext cx="6529312" cy="13849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0" name="Graphic 9" descr="Photo of Mint Group team members at work">
            <a:extLst>
              <a:ext uri="{FF2B5EF4-FFF2-40B4-BE49-F238E27FC236}">
                <a16:creationId xmlns:a16="http://schemas.microsoft.com/office/drawing/2014/main" id="{36C68EFE-E55B-7673-F9D4-B302FB6AB0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93" y="5116444"/>
            <a:ext cx="905271" cy="90527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51666E-FCA2-5DF6-5976-44DB466F2FDD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4270938" y="1581527"/>
            <a:ext cx="7040880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sz="320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320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Subheading 2">
            <a:extLst>
              <a:ext uri="{FF2B5EF4-FFF2-40B4-BE49-F238E27FC236}">
                <a16:creationId xmlns:a16="http://schemas.microsoft.com/office/drawing/2014/main" id="{8A71FC67-14B4-7BA8-2028-08D2DC88220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4270938" y="2872822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600" b="1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16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427DE2-F2A9-E456-6531-07C609ABCD46}"/>
              </a:ext>
            </a:extLst>
          </p:cNvPr>
          <p:cNvSpPr/>
          <p:nvPr userDrawn="1"/>
        </p:nvSpPr>
        <p:spPr>
          <a:xfrm>
            <a:off x="8163722" y="5301886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CTA 4">
            <a:extLst>
              <a:ext uri="{FF2B5EF4-FFF2-40B4-BE49-F238E27FC236}">
                <a16:creationId xmlns:a16="http://schemas.microsoft.com/office/drawing/2014/main" id="{9B2562E8-1493-99AC-D3C8-1BD0962DE997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6773730" y="5348399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0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0411E-0FC2-A0D1-31E4-8904A5198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0" y="6666119"/>
            <a:ext cx="12192000" cy="191881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24849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– Body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23ED58B-CE58-5EDE-0893-C66E42D98A55}"/>
              </a:ext>
            </a:extLst>
          </p:cNvPr>
          <p:cNvSpPr/>
          <p:nvPr userDrawn="1"/>
        </p:nvSpPr>
        <p:spPr>
          <a:xfrm rot="5400000">
            <a:off x="4846943" y="-770038"/>
            <a:ext cx="5495925" cy="8398078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Content Placeholder 8" descr="Photo of Mint Group team members at work">
            <a:extLst>
              <a:ext uri="{FF2B5EF4-FFF2-40B4-BE49-F238E27FC236}">
                <a16:creationId xmlns:a16="http://schemas.microsoft.com/office/drawing/2014/main" id="{90EF20E8-608B-489A-30EE-9D9C8701B1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9" r="24039"/>
          <a:stretch>
            <a:fillRect/>
          </a:stretch>
        </p:blipFill>
        <p:spPr>
          <a:xfrm>
            <a:off x="0" y="681037"/>
            <a:ext cx="3717325" cy="5495926"/>
          </a:xfrm>
          <a:custGeom>
            <a:avLst/>
            <a:gdLst>
              <a:gd name="connsiteX0" fmla="*/ 0 w 3717325"/>
              <a:gd name="connsiteY0" fmla="*/ 0 h 5495926"/>
              <a:gd name="connsiteX1" fmla="*/ 3717325 w 3717325"/>
              <a:gd name="connsiteY1" fmla="*/ 0 h 5495926"/>
              <a:gd name="connsiteX2" fmla="*/ 3717325 w 3717325"/>
              <a:gd name="connsiteY2" fmla="*/ 5495926 h 5495926"/>
              <a:gd name="connsiteX3" fmla="*/ 0 w 3717325"/>
              <a:gd name="connsiteY3" fmla="*/ 5495926 h 5495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7325" h="5495926">
                <a:moveTo>
                  <a:pt x="0" y="0"/>
                </a:moveTo>
                <a:lnTo>
                  <a:pt x="3717325" y="0"/>
                </a:lnTo>
                <a:lnTo>
                  <a:pt x="3717325" y="5495926"/>
                </a:lnTo>
                <a:lnTo>
                  <a:pt x="0" y="5495926"/>
                </a:lnTo>
                <a:close/>
              </a:path>
            </a:pathLst>
          </a:custGeom>
        </p:spPr>
      </p:pic>
      <p:sp>
        <p:nvSpPr>
          <p:cNvPr id="6" name="Body 3">
            <a:extLst>
              <a:ext uri="{FF2B5EF4-FFF2-40B4-BE49-F238E27FC236}">
                <a16:creationId xmlns:a16="http://schemas.microsoft.com/office/drawing/2014/main" id="{32583BBE-D5C9-6DB3-4B21-E594B2B5245B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4270938" y="3543667"/>
            <a:ext cx="6529312" cy="13849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0" name="Graphic 9" descr="Photo of Mint Group team members at work">
            <a:extLst>
              <a:ext uri="{FF2B5EF4-FFF2-40B4-BE49-F238E27FC236}">
                <a16:creationId xmlns:a16="http://schemas.microsoft.com/office/drawing/2014/main" id="{36C68EFE-E55B-7673-F9D4-B302FB6AB0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93" y="5116444"/>
            <a:ext cx="905271" cy="90527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51666E-FCA2-5DF6-5976-44DB466F2FDD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4270938" y="1581527"/>
            <a:ext cx="7040880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sz="320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320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Subheading 2">
            <a:extLst>
              <a:ext uri="{FF2B5EF4-FFF2-40B4-BE49-F238E27FC236}">
                <a16:creationId xmlns:a16="http://schemas.microsoft.com/office/drawing/2014/main" id="{8A71FC67-14B4-7BA8-2028-08D2DC88220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4270938" y="2872822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600" b="1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16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427DE2-F2A9-E456-6531-07C609ABCD46}"/>
              </a:ext>
            </a:extLst>
          </p:cNvPr>
          <p:cNvSpPr/>
          <p:nvPr userDrawn="1"/>
        </p:nvSpPr>
        <p:spPr>
          <a:xfrm>
            <a:off x="8163722" y="5301886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CTA 4">
            <a:extLst>
              <a:ext uri="{FF2B5EF4-FFF2-40B4-BE49-F238E27FC236}">
                <a16:creationId xmlns:a16="http://schemas.microsoft.com/office/drawing/2014/main" id="{9B2562E8-1493-99AC-D3C8-1BD0962DE997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6773730" y="5348399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0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0411E-0FC2-A0D1-31E4-8904A5198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0" y="6666119"/>
            <a:ext cx="12192000" cy="191881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2484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–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A9D1A-4BFD-167D-422A-C3817A8FB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51" y="5822185"/>
            <a:ext cx="905271" cy="905271"/>
          </a:xfrm>
          <a:prstGeom prst="rect">
            <a:avLst/>
          </a:prstGeom>
        </p:spPr>
      </p:pic>
      <p:pic>
        <p:nvPicPr>
          <p:cNvPr id="7" name="Graphic 6" descr="Photo of Mint Group team members at work">
            <a:extLst>
              <a:ext uri="{FF2B5EF4-FFF2-40B4-BE49-F238E27FC236}">
                <a16:creationId xmlns:a16="http://schemas.microsoft.com/office/drawing/2014/main" id="{F58BA704-FA00-2B3C-1D6F-E24782330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074108">
            <a:off x="7774054" y="3573736"/>
            <a:ext cx="5477610" cy="6048197"/>
          </a:xfrm>
          <a:prstGeom prst="rect">
            <a:avLst/>
          </a:prstGeom>
        </p:spPr>
      </p:pic>
      <p:pic>
        <p:nvPicPr>
          <p:cNvPr id="12" name="Picture 11" descr="Photo of Mint Group team members at work">
            <a:extLst>
              <a:ext uri="{FF2B5EF4-FFF2-40B4-BE49-F238E27FC236}">
                <a16:creationId xmlns:a16="http://schemas.microsoft.com/office/drawing/2014/main" id="{C084238E-84DA-8CF2-F84B-EA018D5CF6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0" r="13610"/>
          <a:stretch/>
        </p:blipFill>
        <p:spPr>
          <a:xfrm>
            <a:off x="7683931" y="4469895"/>
            <a:ext cx="5191452" cy="4757965"/>
          </a:xfrm>
          <a:custGeom>
            <a:avLst/>
            <a:gdLst>
              <a:gd name="csX0" fmla="*/ 2544700 w 5191452"/>
              <a:gd name="csY0" fmla="*/ 874263 h 4757965"/>
              <a:gd name="csX1" fmla="*/ 1278456 w 5191452"/>
              <a:gd name="csY1" fmla="*/ 1216474 h 4757965"/>
              <a:gd name="csX2" fmla="*/ 1264559 w 5191452"/>
              <a:gd name="csY2" fmla="*/ 1229029 h 4757965"/>
              <a:gd name="csX3" fmla="*/ 959441 w 5191452"/>
              <a:gd name="csY3" fmla="*/ 1836755 h 4757965"/>
              <a:gd name="csX4" fmla="*/ 957998 w 5191452"/>
              <a:gd name="csY4" fmla="*/ 1877582 h 4757965"/>
              <a:gd name="csX5" fmla="*/ 1476592 w 5191452"/>
              <a:gd name="csY5" fmla="*/ 3085878 h 4757965"/>
              <a:gd name="csX6" fmla="*/ 2383899 w 5191452"/>
              <a:gd name="csY6" fmla="*/ 3698550 h 4757965"/>
              <a:gd name="csX7" fmla="*/ 2394701 w 5191452"/>
              <a:gd name="csY7" fmla="*/ 3701782 h 4757965"/>
              <a:gd name="csX8" fmla="*/ 2947133 w 5191452"/>
              <a:gd name="csY8" fmla="*/ 3680972 h 4757965"/>
              <a:gd name="csX9" fmla="*/ 3061158 w 5191452"/>
              <a:gd name="csY9" fmla="*/ 3620284 h 4757965"/>
              <a:gd name="csX10" fmla="*/ 3158064 w 5191452"/>
              <a:gd name="csY10" fmla="*/ 3558370 h 4757965"/>
              <a:gd name="csX11" fmla="*/ 3906266 w 5191452"/>
              <a:gd name="csY11" fmla="*/ 2546224 h 4757965"/>
              <a:gd name="csX12" fmla="*/ 4079120 w 5191452"/>
              <a:gd name="csY12" fmla="*/ 1977028 h 4757965"/>
              <a:gd name="csX13" fmla="*/ 4080377 w 5191452"/>
              <a:gd name="csY13" fmla="*/ 1959213 h 4757965"/>
              <a:gd name="csX14" fmla="*/ 4026298 w 5191452"/>
              <a:gd name="csY14" fmla="*/ 1543410 h 4757965"/>
              <a:gd name="csX15" fmla="*/ 3727105 w 5191452"/>
              <a:gd name="csY15" fmla="*/ 1194572 h 4757965"/>
              <a:gd name="csX16" fmla="*/ 3685021 w 5191452"/>
              <a:gd name="csY16" fmla="*/ 1167215 h 4757965"/>
              <a:gd name="csX17" fmla="*/ 2544700 w 5191452"/>
              <a:gd name="csY17" fmla="*/ 874263 h 4757965"/>
              <a:gd name="csX18" fmla="*/ 2631187 w 5191452"/>
              <a:gd name="csY18" fmla="*/ 316 h 4757965"/>
              <a:gd name="csX19" fmla="*/ 4522010 w 5191452"/>
              <a:gd name="csY19" fmla="*/ 486075 h 4757965"/>
              <a:gd name="csX20" fmla="*/ 4591793 w 5191452"/>
              <a:gd name="csY20" fmla="*/ 531437 h 4757965"/>
              <a:gd name="csX21" fmla="*/ 5087901 w 5191452"/>
              <a:gd name="csY21" fmla="*/ 1109863 h 4757965"/>
              <a:gd name="csX22" fmla="*/ 5177572 w 5191452"/>
              <a:gd name="csY22" fmla="*/ 1799328 h 4757965"/>
              <a:gd name="csX23" fmla="*/ 5175488 w 5191452"/>
              <a:gd name="csY23" fmla="*/ 1828868 h 4757965"/>
              <a:gd name="csX24" fmla="*/ 4888870 w 5191452"/>
              <a:gd name="csY24" fmla="*/ 2772681 h 4757965"/>
              <a:gd name="csX25" fmla="*/ 3648235 w 5191452"/>
              <a:gd name="csY25" fmla="*/ 4450974 h 4757965"/>
              <a:gd name="csX26" fmla="*/ 3487550 w 5191452"/>
              <a:gd name="csY26" fmla="*/ 4553637 h 4757965"/>
              <a:gd name="csX27" fmla="*/ 3298480 w 5191452"/>
              <a:gd name="csY27" fmla="*/ 4654266 h 4757965"/>
              <a:gd name="csX28" fmla="*/ 2382467 w 5191452"/>
              <a:gd name="csY28" fmla="*/ 4688772 h 4757965"/>
              <a:gd name="csX29" fmla="*/ 2364555 w 5191452"/>
              <a:gd name="csY29" fmla="*/ 4683414 h 4757965"/>
              <a:gd name="csX30" fmla="*/ 860101 w 5191452"/>
              <a:gd name="csY30" fmla="*/ 3667511 h 4757965"/>
              <a:gd name="csX31" fmla="*/ 194 w 5191452"/>
              <a:gd name="csY31" fmla="*/ 1663971 h 4757965"/>
              <a:gd name="csX32" fmla="*/ 2585 w 5191452"/>
              <a:gd name="csY32" fmla="*/ 1596274 h 4757965"/>
              <a:gd name="csX33" fmla="*/ 508518 w 5191452"/>
              <a:gd name="csY33" fmla="*/ 588572 h 4757965"/>
              <a:gd name="csX34" fmla="*/ 531562 w 5191452"/>
              <a:gd name="csY34" fmla="*/ 567754 h 4757965"/>
              <a:gd name="csX35" fmla="*/ 2631187 w 5191452"/>
              <a:gd name="csY35" fmla="*/ 316 h 4757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191452" h="4757965">
                <a:moveTo>
                  <a:pt x="2544700" y="874263"/>
                </a:moveTo>
                <a:cubicBezTo>
                  <a:pt x="2035231" y="868313"/>
                  <a:pt x="1578887" y="1002161"/>
                  <a:pt x="1278456" y="1216474"/>
                </a:cubicBezTo>
                <a:cubicBezTo>
                  <a:pt x="1273434" y="1220024"/>
                  <a:pt x="1268771" y="1224300"/>
                  <a:pt x="1264559" y="1229029"/>
                </a:cubicBezTo>
                <a:cubicBezTo>
                  <a:pt x="1072503" y="1374001"/>
                  <a:pt x="961246" y="1600469"/>
                  <a:pt x="959441" y="1836755"/>
                </a:cubicBezTo>
                <a:cubicBezTo>
                  <a:pt x="958078" y="1849193"/>
                  <a:pt x="957647" y="1862752"/>
                  <a:pt x="957998" y="1877582"/>
                </a:cubicBezTo>
                <a:cubicBezTo>
                  <a:pt x="968115" y="2268316"/>
                  <a:pt x="1145189" y="2709983"/>
                  <a:pt x="1476592" y="3085878"/>
                </a:cubicBezTo>
                <a:cubicBezTo>
                  <a:pt x="1743961" y="3389144"/>
                  <a:pt x="2066406" y="3598185"/>
                  <a:pt x="2383899" y="3698550"/>
                </a:cubicBezTo>
                <a:cubicBezTo>
                  <a:pt x="2387520" y="3699768"/>
                  <a:pt x="2391142" y="3700685"/>
                  <a:pt x="2394701" y="3701782"/>
                </a:cubicBezTo>
                <a:cubicBezTo>
                  <a:pt x="2568763" y="3761550"/>
                  <a:pt x="2764711" y="3759257"/>
                  <a:pt x="2947133" y="3680972"/>
                </a:cubicBezTo>
                <a:cubicBezTo>
                  <a:pt x="2987408" y="3663688"/>
                  <a:pt x="3025517" y="3643258"/>
                  <a:pt x="3061158" y="3620284"/>
                </a:cubicBezTo>
                <a:cubicBezTo>
                  <a:pt x="3093430" y="3603129"/>
                  <a:pt x="3125711" y="3582652"/>
                  <a:pt x="3158064" y="3558370"/>
                </a:cubicBezTo>
                <a:cubicBezTo>
                  <a:pt x="3449412" y="3340197"/>
                  <a:pt x="3721543" y="2985976"/>
                  <a:pt x="3906266" y="2546224"/>
                </a:cubicBezTo>
                <a:cubicBezTo>
                  <a:pt x="3986741" y="2354642"/>
                  <a:pt x="4043993" y="2162604"/>
                  <a:pt x="4079120" y="1977028"/>
                </a:cubicBezTo>
                <a:cubicBezTo>
                  <a:pt x="4080253" y="1971263"/>
                  <a:pt x="4080542" y="1965314"/>
                  <a:pt x="4080377" y="1959213"/>
                </a:cubicBezTo>
                <a:cubicBezTo>
                  <a:pt x="4100659" y="1822852"/>
                  <a:pt x="4084629" y="1679415"/>
                  <a:pt x="4026298" y="1543410"/>
                </a:cubicBezTo>
                <a:cubicBezTo>
                  <a:pt x="3962026" y="1393616"/>
                  <a:pt x="3855718" y="1274722"/>
                  <a:pt x="3727105" y="1194572"/>
                </a:cubicBezTo>
                <a:cubicBezTo>
                  <a:pt x="3713721" y="1185233"/>
                  <a:pt x="3699764" y="1176104"/>
                  <a:pt x="3685021" y="1167215"/>
                </a:cubicBezTo>
                <a:cubicBezTo>
                  <a:pt x="3393440" y="991028"/>
                  <a:pt x="2990721" y="879521"/>
                  <a:pt x="2544700" y="874263"/>
                </a:cubicBezTo>
                <a:close/>
                <a:moveTo>
                  <a:pt x="2631187" y="316"/>
                </a:moveTo>
                <a:cubicBezTo>
                  <a:pt x="3370757" y="9035"/>
                  <a:pt x="4038527" y="193929"/>
                  <a:pt x="4522010" y="486075"/>
                </a:cubicBezTo>
                <a:cubicBezTo>
                  <a:pt x="4546457" y="500814"/>
                  <a:pt x="4569601" y="515952"/>
                  <a:pt x="4591793" y="531437"/>
                </a:cubicBezTo>
                <a:cubicBezTo>
                  <a:pt x="4805054" y="664338"/>
                  <a:pt x="4981327" y="861482"/>
                  <a:pt x="5087901" y="1109863"/>
                </a:cubicBezTo>
                <a:cubicBezTo>
                  <a:pt x="5184624" y="1335380"/>
                  <a:pt x="5211205" y="1573221"/>
                  <a:pt x="5177572" y="1799328"/>
                </a:cubicBezTo>
                <a:cubicBezTo>
                  <a:pt x="5177846" y="1809445"/>
                  <a:pt x="5177367" y="1819309"/>
                  <a:pt x="5175488" y="1828868"/>
                </a:cubicBezTo>
                <a:cubicBezTo>
                  <a:pt x="5117242" y="2136582"/>
                  <a:pt x="5022311" y="2455011"/>
                  <a:pt x="4888870" y="2772681"/>
                </a:cubicBezTo>
                <a:cubicBezTo>
                  <a:pt x="4582569" y="3501857"/>
                  <a:pt x="4131338" y="4089209"/>
                  <a:pt x="3648235" y="4450974"/>
                </a:cubicBezTo>
                <a:cubicBezTo>
                  <a:pt x="3594590" y="4491237"/>
                  <a:pt x="3541064" y="4525191"/>
                  <a:pt x="3487550" y="4553637"/>
                </a:cubicBezTo>
                <a:cubicBezTo>
                  <a:pt x="3428452" y="4591732"/>
                  <a:pt x="3365262" y="4625607"/>
                  <a:pt x="3298480" y="4654266"/>
                </a:cubicBezTo>
                <a:cubicBezTo>
                  <a:pt x="2996000" y="4784077"/>
                  <a:pt x="2671087" y="4787877"/>
                  <a:pt x="2382467" y="4688772"/>
                </a:cubicBezTo>
                <a:cubicBezTo>
                  <a:pt x="2376562" y="4686954"/>
                  <a:pt x="2370557" y="4685433"/>
                  <a:pt x="2364555" y="4683414"/>
                </a:cubicBezTo>
                <a:cubicBezTo>
                  <a:pt x="1838101" y="4516993"/>
                  <a:pt x="1303439" y="4170371"/>
                  <a:pt x="860101" y="3667511"/>
                </a:cubicBezTo>
                <a:cubicBezTo>
                  <a:pt x="310585" y="3044219"/>
                  <a:pt x="16967" y="2311868"/>
                  <a:pt x="194" y="1663971"/>
                </a:cubicBezTo>
                <a:cubicBezTo>
                  <a:pt x="-389" y="1639382"/>
                  <a:pt x="325" y="1616899"/>
                  <a:pt x="2585" y="1596274"/>
                </a:cubicBezTo>
                <a:cubicBezTo>
                  <a:pt x="5579" y="1204476"/>
                  <a:pt x="190059" y="828958"/>
                  <a:pt x="508518" y="588572"/>
                </a:cubicBezTo>
                <a:cubicBezTo>
                  <a:pt x="515502" y="580729"/>
                  <a:pt x="523234" y="573641"/>
                  <a:pt x="531562" y="567754"/>
                </a:cubicBezTo>
                <a:cubicBezTo>
                  <a:pt x="1029722" y="212390"/>
                  <a:pt x="1786408" y="-9550"/>
                  <a:pt x="2631187" y="316"/>
                </a:cubicBezTo>
                <a:close/>
              </a:path>
            </a:pathLst>
          </a:custGeom>
        </p:spPr>
      </p:pic>
      <p:sp>
        <p:nvSpPr>
          <p:cNvPr id="13" name="Body 3">
            <a:extLst>
              <a:ext uri="{FF2B5EF4-FFF2-40B4-BE49-F238E27FC236}">
                <a16:creationId xmlns:a16="http://schemas.microsoft.com/office/drawing/2014/main" id="{3C367AF0-237D-E184-3AF2-F5CAC3B9F19A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1191492" y="2922569"/>
            <a:ext cx="9809017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93B85EB-31C3-05B8-08D4-23EAD09523BA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384048" y="823269"/>
            <a:ext cx="11423599" cy="1884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Subheading 2">
            <a:extLst>
              <a:ext uri="{FF2B5EF4-FFF2-40B4-BE49-F238E27FC236}">
                <a16:creationId xmlns:a16="http://schemas.microsoft.com/office/drawing/2014/main" id="{CFA49F64-7096-E1A5-EC39-555D527CCE1E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2577287" y="2251724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 algn="ctr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78185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–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A9D1A-4BFD-167D-422A-C3817A8FB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51" y="5822185"/>
            <a:ext cx="905271" cy="905271"/>
          </a:xfrm>
          <a:prstGeom prst="rect">
            <a:avLst/>
          </a:prstGeom>
        </p:spPr>
      </p:pic>
      <p:pic>
        <p:nvPicPr>
          <p:cNvPr id="7" name="Graphic 6" descr="Photo of Mint Group team members at work">
            <a:extLst>
              <a:ext uri="{FF2B5EF4-FFF2-40B4-BE49-F238E27FC236}">
                <a16:creationId xmlns:a16="http://schemas.microsoft.com/office/drawing/2014/main" id="{F58BA704-FA00-2B3C-1D6F-E24782330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074108">
            <a:off x="7774054" y="3573736"/>
            <a:ext cx="5477610" cy="6048197"/>
          </a:xfrm>
          <a:prstGeom prst="rect">
            <a:avLst/>
          </a:prstGeom>
        </p:spPr>
      </p:pic>
      <p:pic>
        <p:nvPicPr>
          <p:cNvPr id="12" name="Picture 11" descr="Photo of Mint Group team members at work">
            <a:extLst>
              <a:ext uri="{FF2B5EF4-FFF2-40B4-BE49-F238E27FC236}">
                <a16:creationId xmlns:a16="http://schemas.microsoft.com/office/drawing/2014/main" id="{C084238E-84DA-8CF2-F84B-EA018D5CF6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0" r="13610"/>
          <a:stretch/>
        </p:blipFill>
        <p:spPr>
          <a:xfrm>
            <a:off x="7683931" y="4469895"/>
            <a:ext cx="5191452" cy="4757965"/>
          </a:xfrm>
          <a:custGeom>
            <a:avLst/>
            <a:gdLst>
              <a:gd name="csX0" fmla="*/ 2544700 w 5191452"/>
              <a:gd name="csY0" fmla="*/ 874263 h 4757965"/>
              <a:gd name="csX1" fmla="*/ 1278456 w 5191452"/>
              <a:gd name="csY1" fmla="*/ 1216474 h 4757965"/>
              <a:gd name="csX2" fmla="*/ 1264559 w 5191452"/>
              <a:gd name="csY2" fmla="*/ 1229029 h 4757965"/>
              <a:gd name="csX3" fmla="*/ 959441 w 5191452"/>
              <a:gd name="csY3" fmla="*/ 1836755 h 4757965"/>
              <a:gd name="csX4" fmla="*/ 957998 w 5191452"/>
              <a:gd name="csY4" fmla="*/ 1877582 h 4757965"/>
              <a:gd name="csX5" fmla="*/ 1476592 w 5191452"/>
              <a:gd name="csY5" fmla="*/ 3085878 h 4757965"/>
              <a:gd name="csX6" fmla="*/ 2383899 w 5191452"/>
              <a:gd name="csY6" fmla="*/ 3698550 h 4757965"/>
              <a:gd name="csX7" fmla="*/ 2394701 w 5191452"/>
              <a:gd name="csY7" fmla="*/ 3701782 h 4757965"/>
              <a:gd name="csX8" fmla="*/ 2947133 w 5191452"/>
              <a:gd name="csY8" fmla="*/ 3680972 h 4757965"/>
              <a:gd name="csX9" fmla="*/ 3061158 w 5191452"/>
              <a:gd name="csY9" fmla="*/ 3620284 h 4757965"/>
              <a:gd name="csX10" fmla="*/ 3158064 w 5191452"/>
              <a:gd name="csY10" fmla="*/ 3558370 h 4757965"/>
              <a:gd name="csX11" fmla="*/ 3906266 w 5191452"/>
              <a:gd name="csY11" fmla="*/ 2546224 h 4757965"/>
              <a:gd name="csX12" fmla="*/ 4079120 w 5191452"/>
              <a:gd name="csY12" fmla="*/ 1977028 h 4757965"/>
              <a:gd name="csX13" fmla="*/ 4080377 w 5191452"/>
              <a:gd name="csY13" fmla="*/ 1959213 h 4757965"/>
              <a:gd name="csX14" fmla="*/ 4026298 w 5191452"/>
              <a:gd name="csY14" fmla="*/ 1543410 h 4757965"/>
              <a:gd name="csX15" fmla="*/ 3727105 w 5191452"/>
              <a:gd name="csY15" fmla="*/ 1194572 h 4757965"/>
              <a:gd name="csX16" fmla="*/ 3685021 w 5191452"/>
              <a:gd name="csY16" fmla="*/ 1167215 h 4757965"/>
              <a:gd name="csX17" fmla="*/ 2544700 w 5191452"/>
              <a:gd name="csY17" fmla="*/ 874263 h 4757965"/>
              <a:gd name="csX18" fmla="*/ 2631187 w 5191452"/>
              <a:gd name="csY18" fmla="*/ 316 h 4757965"/>
              <a:gd name="csX19" fmla="*/ 4522010 w 5191452"/>
              <a:gd name="csY19" fmla="*/ 486075 h 4757965"/>
              <a:gd name="csX20" fmla="*/ 4591793 w 5191452"/>
              <a:gd name="csY20" fmla="*/ 531437 h 4757965"/>
              <a:gd name="csX21" fmla="*/ 5087901 w 5191452"/>
              <a:gd name="csY21" fmla="*/ 1109863 h 4757965"/>
              <a:gd name="csX22" fmla="*/ 5177572 w 5191452"/>
              <a:gd name="csY22" fmla="*/ 1799328 h 4757965"/>
              <a:gd name="csX23" fmla="*/ 5175488 w 5191452"/>
              <a:gd name="csY23" fmla="*/ 1828868 h 4757965"/>
              <a:gd name="csX24" fmla="*/ 4888870 w 5191452"/>
              <a:gd name="csY24" fmla="*/ 2772681 h 4757965"/>
              <a:gd name="csX25" fmla="*/ 3648235 w 5191452"/>
              <a:gd name="csY25" fmla="*/ 4450974 h 4757965"/>
              <a:gd name="csX26" fmla="*/ 3487550 w 5191452"/>
              <a:gd name="csY26" fmla="*/ 4553637 h 4757965"/>
              <a:gd name="csX27" fmla="*/ 3298480 w 5191452"/>
              <a:gd name="csY27" fmla="*/ 4654266 h 4757965"/>
              <a:gd name="csX28" fmla="*/ 2382467 w 5191452"/>
              <a:gd name="csY28" fmla="*/ 4688772 h 4757965"/>
              <a:gd name="csX29" fmla="*/ 2364555 w 5191452"/>
              <a:gd name="csY29" fmla="*/ 4683414 h 4757965"/>
              <a:gd name="csX30" fmla="*/ 860101 w 5191452"/>
              <a:gd name="csY30" fmla="*/ 3667511 h 4757965"/>
              <a:gd name="csX31" fmla="*/ 194 w 5191452"/>
              <a:gd name="csY31" fmla="*/ 1663971 h 4757965"/>
              <a:gd name="csX32" fmla="*/ 2585 w 5191452"/>
              <a:gd name="csY32" fmla="*/ 1596274 h 4757965"/>
              <a:gd name="csX33" fmla="*/ 508518 w 5191452"/>
              <a:gd name="csY33" fmla="*/ 588572 h 4757965"/>
              <a:gd name="csX34" fmla="*/ 531562 w 5191452"/>
              <a:gd name="csY34" fmla="*/ 567754 h 4757965"/>
              <a:gd name="csX35" fmla="*/ 2631187 w 5191452"/>
              <a:gd name="csY35" fmla="*/ 316 h 4757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191452" h="4757965">
                <a:moveTo>
                  <a:pt x="2544700" y="874263"/>
                </a:moveTo>
                <a:cubicBezTo>
                  <a:pt x="2035231" y="868313"/>
                  <a:pt x="1578887" y="1002161"/>
                  <a:pt x="1278456" y="1216474"/>
                </a:cubicBezTo>
                <a:cubicBezTo>
                  <a:pt x="1273434" y="1220024"/>
                  <a:pt x="1268771" y="1224300"/>
                  <a:pt x="1264559" y="1229029"/>
                </a:cubicBezTo>
                <a:cubicBezTo>
                  <a:pt x="1072503" y="1374001"/>
                  <a:pt x="961246" y="1600469"/>
                  <a:pt x="959441" y="1836755"/>
                </a:cubicBezTo>
                <a:cubicBezTo>
                  <a:pt x="958078" y="1849193"/>
                  <a:pt x="957647" y="1862752"/>
                  <a:pt x="957998" y="1877582"/>
                </a:cubicBezTo>
                <a:cubicBezTo>
                  <a:pt x="968115" y="2268316"/>
                  <a:pt x="1145189" y="2709983"/>
                  <a:pt x="1476592" y="3085878"/>
                </a:cubicBezTo>
                <a:cubicBezTo>
                  <a:pt x="1743961" y="3389144"/>
                  <a:pt x="2066406" y="3598185"/>
                  <a:pt x="2383899" y="3698550"/>
                </a:cubicBezTo>
                <a:cubicBezTo>
                  <a:pt x="2387520" y="3699768"/>
                  <a:pt x="2391142" y="3700685"/>
                  <a:pt x="2394701" y="3701782"/>
                </a:cubicBezTo>
                <a:cubicBezTo>
                  <a:pt x="2568763" y="3761550"/>
                  <a:pt x="2764711" y="3759257"/>
                  <a:pt x="2947133" y="3680972"/>
                </a:cubicBezTo>
                <a:cubicBezTo>
                  <a:pt x="2987408" y="3663688"/>
                  <a:pt x="3025517" y="3643258"/>
                  <a:pt x="3061158" y="3620284"/>
                </a:cubicBezTo>
                <a:cubicBezTo>
                  <a:pt x="3093430" y="3603129"/>
                  <a:pt x="3125711" y="3582652"/>
                  <a:pt x="3158064" y="3558370"/>
                </a:cubicBezTo>
                <a:cubicBezTo>
                  <a:pt x="3449412" y="3340197"/>
                  <a:pt x="3721543" y="2985976"/>
                  <a:pt x="3906266" y="2546224"/>
                </a:cubicBezTo>
                <a:cubicBezTo>
                  <a:pt x="3986741" y="2354642"/>
                  <a:pt x="4043993" y="2162604"/>
                  <a:pt x="4079120" y="1977028"/>
                </a:cubicBezTo>
                <a:cubicBezTo>
                  <a:pt x="4080253" y="1971263"/>
                  <a:pt x="4080542" y="1965314"/>
                  <a:pt x="4080377" y="1959213"/>
                </a:cubicBezTo>
                <a:cubicBezTo>
                  <a:pt x="4100659" y="1822852"/>
                  <a:pt x="4084629" y="1679415"/>
                  <a:pt x="4026298" y="1543410"/>
                </a:cubicBezTo>
                <a:cubicBezTo>
                  <a:pt x="3962026" y="1393616"/>
                  <a:pt x="3855718" y="1274722"/>
                  <a:pt x="3727105" y="1194572"/>
                </a:cubicBezTo>
                <a:cubicBezTo>
                  <a:pt x="3713721" y="1185233"/>
                  <a:pt x="3699764" y="1176104"/>
                  <a:pt x="3685021" y="1167215"/>
                </a:cubicBezTo>
                <a:cubicBezTo>
                  <a:pt x="3393440" y="991028"/>
                  <a:pt x="2990721" y="879521"/>
                  <a:pt x="2544700" y="874263"/>
                </a:cubicBezTo>
                <a:close/>
                <a:moveTo>
                  <a:pt x="2631187" y="316"/>
                </a:moveTo>
                <a:cubicBezTo>
                  <a:pt x="3370757" y="9035"/>
                  <a:pt x="4038527" y="193929"/>
                  <a:pt x="4522010" y="486075"/>
                </a:cubicBezTo>
                <a:cubicBezTo>
                  <a:pt x="4546457" y="500814"/>
                  <a:pt x="4569601" y="515952"/>
                  <a:pt x="4591793" y="531437"/>
                </a:cubicBezTo>
                <a:cubicBezTo>
                  <a:pt x="4805054" y="664338"/>
                  <a:pt x="4981327" y="861482"/>
                  <a:pt x="5087901" y="1109863"/>
                </a:cubicBezTo>
                <a:cubicBezTo>
                  <a:pt x="5184624" y="1335380"/>
                  <a:pt x="5211205" y="1573221"/>
                  <a:pt x="5177572" y="1799328"/>
                </a:cubicBezTo>
                <a:cubicBezTo>
                  <a:pt x="5177846" y="1809445"/>
                  <a:pt x="5177367" y="1819309"/>
                  <a:pt x="5175488" y="1828868"/>
                </a:cubicBezTo>
                <a:cubicBezTo>
                  <a:pt x="5117242" y="2136582"/>
                  <a:pt x="5022311" y="2455011"/>
                  <a:pt x="4888870" y="2772681"/>
                </a:cubicBezTo>
                <a:cubicBezTo>
                  <a:pt x="4582569" y="3501857"/>
                  <a:pt x="4131338" y="4089209"/>
                  <a:pt x="3648235" y="4450974"/>
                </a:cubicBezTo>
                <a:cubicBezTo>
                  <a:pt x="3594590" y="4491237"/>
                  <a:pt x="3541064" y="4525191"/>
                  <a:pt x="3487550" y="4553637"/>
                </a:cubicBezTo>
                <a:cubicBezTo>
                  <a:pt x="3428452" y="4591732"/>
                  <a:pt x="3365262" y="4625607"/>
                  <a:pt x="3298480" y="4654266"/>
                </a:cubicBezTo>
                <a:cubicBezTo>
                  <a:pt x="2996000" y="4784077"/>
                  <a:pt x="2671087" y="4787877"/>
                  <a:pt x="2382467" y="4688772"/>
                </a:cubicBezTo>
                <a:cubicBezTo>
                  <a:pt x="2376562" y="4686954"/>
                  <a:pt x="2370557" y="4685433"/>
                  <a:pt x="2364555" y="4683414"/>
                </a:cubicBezTo>
                <a:cubicBezTo>
                  <a:pt x="1838101" y="4516993"/>
                  <a:pt x="1303439" y="4170371"/>
                  <a:pt x="860101" y="3667511"/>
                </a:cubicBezTo>
                <a:cubicBezTo>
                  <a:pt x="310585" y="3044219"/>
                  <a:pt x="16967" y="2311868"/>
                  <a:pt x="194" y="1663971"/>
                </a:cubicBezTo>
                <a:cubicBezTo>
                  <a:pt x="-389" y="1639382"/>
                  <a:pt x="325" y="1616899"/>
                  <a:pt x="2585" y="1596274"/>
                </a:cubicBezTo>
                <a:cubicBezTo>
                  <a:pt x="5579" y="1204476"/>
                  <a:pt x="190059" y="828958"/>
                  <a:pt x="508518" y="588572"/>
                </a:cubicBezTo>
                <a:cubicBezTo>
                  <a:pt x="515502" y="580729"/>
                  <a:pt x="523234" y="573641"/>
                  <a:pt x="531562" y="567754"/>
                </a:cubicBezTo>
                <a:cubicBezTo>
                  <a:pt x="1029722" y="212390"/>
                  <a:pt x="1786408" y="-9550"/>
                  <a:pt x="2631187" y="316"/>
                </a:cubicBezTo>
                <a:close/>
              </a:path>
            </a:pathLst>
          </a:custGeom>
        </p:spPr>
      </p:pic>
      <p:sp>
        <p:nvSpPr>
          <p:cNvPr id="13" name="Body 3">
            <a:extLst>
              <a:ext uri="{FF2B5EF4-FFF2-40B4-BE49-F238E27FC236}">
                <a16:creationId xmlns:a16="http://schemas.microsoft.com/office/drawing/2014/main" id="{3C367AF0-237D-E184-3AF2-F5CAC3B9F19A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1191492" y="2922569"/>
            <a:ext cx="9809017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93B85EB-31C3-05B8-08D4-23EAD09523BA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384048" y="823269"/>
            <a:ext cx="11423599" cy="1884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Subheading 2">
            <a:extLst>
              <a:ext uri="{FF2B5EF4-FFF2-40B4-BE49-F238E27FC236}">
                <a16:creationId xmlns:a16="http://schemas.microsoft.com/office/drawing/2014/main" id="{CFA49F64-7096-E1A5-EC39-555D527CCE1E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2577287" y="2251724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 algn="ctr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78185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 –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3CB7A44F-6F74-4BAE-7A22-9897CB9E09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9" t="-3004" r="22735" b="-223"/>
          <a:stretch>
            <a:fillRect/>
          </a:stretch>
        </p:blipFill>
        <p:spPr>
          <a:xfrm>
            <a:off x="6636327" y="-178713"/>
            <a:ext cx="6733309" cy="627310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285171-B1AB-1F64-3971-7A9A16025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7709">
            <a:off x="5742657" y="-818337"/>
            <a:ext cx="8520650" cy="7770456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2678" y="5628222"/>
            <a:ext cx="905271" cy="905271"/>
          </a:xfrm>
          <a:prstGeom prst="rect">
            <a:avLst/>
          </a:prstGeom>
        </p:spPr>
      </p:pic>
      <p:sp>
        <p:nvSpPr>
          <p:cNvPr id="5" name="Body 3">
            <a:extLst>
              <a:ext uri="{FF2B5EF4-FFF2-40B4-BE49-F238E27FC236}">
                <a16:creationId xmlns:a16="http://schemas.microsoft.com/office/drawing/2014/main" id="{F64F7882-BB70-8CDE-6A7C-6E9DA0AD34EC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670058" y="3324011"/>
            <a:ext cx="419288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1400"/>
            </a:lvl1pPr>
          </a:lstStyle>
          <a:p>
            <a:pPr lvl="0" algn="l"/>
            <a:r>
              <a:rPr lang="en-US" sz="140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7777C8-51E2-8F83-F30B-CFE82835E94B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70057" y="1270432"/>
            <a:ext cx="4829571" cy="17934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Subheading 2">
            <a:extLst>
              <a:ext uri="{FF2B5EF4-FFF2-40B4-BE49-F238E27FC236}">
                <a16:creationId xmlns:a16="http://schemas.microsoft.com/office/drawing/2014/main" id="{9AF0E8A8-FCF0-9BF9-65E1-F0CBC15E3F9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670057" y="2653167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2000" i="1">
                <a:solidFill>
                  <a:schemeClr val="accent3"/>
                </a:solidFill>
              </a:defRPr>
            </a:lvl1pPr>
          </a:lstStyle>
          <a:p>
            <a:pPr lvl="0" algn="l"/>
            <a:r>
              <a:rPr lang="en-US" sz="20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DB8512-C708-1134-9CD4-A04551AF3AB2}"/>
              </a:ext>
            </a:extLst>
          </p:cNvPr>
          <p:cNvSpPr/>
          <p:nvPr userDrawn="1"/>
        </p:nvSpPr>
        <p:spPr>
          <a:xfrm>
            <a:off x="670058" y="5032542"/>
            <a:ext cx="10081069" cy="150095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2" name="Graphic 8">
            <a:extLst>
              <a:ext uri="{FF2B5EF4-FFF2-40B4-BE49-F238E27FC236}">
                <a16:creationId xmlns:a16="http://schemas.microsoft.com/office/drawing/2014/main" id="{D719E769-29C9-C6DE-93CD-03C009735CE6}"/>
              </a:ext>
            </a:extLst>
          </p:cNvPr>
          <p:cNvSpPr/>
          <p:nvPr userDrawn="1"/>
        </p:nvSpPr>
        <p:spPr>
          <a:xfrm>
            <a:off x="424129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3" name="Title 1">
            <a:extLst>
              <a:ext uri="{FF2B5EF4-FFF2-40B4-BE49-F238E27FC236}">
                <a16:creationId xmlns:a16="http://schemas.microsoft.com/office/drawing/2014/main" id="{E7CF6D79-3B4D-D454-BD76-71C56BBFB7C6}"/>
              </a:ext>
            </a:extLst>
          </p:cNvPr>
          <p:cNvSpPr txBox="1">
            <a:spLocks/>
          </p:cNvSpPr>
          <p:nvPr/>
        </p:nvSpPr>
        <p:spPr>
          <a:xfrm>
            <a:off x="429428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sp>
        <p:nvSpPr>
          <p:cNvPr id="134" name="Item Heading 10">
            <a:extLst>
              <a:ext uri="{FF2B5EF4-FFF2-40B4-BE49-F238E27FC236}">
                <a16:creationId xmlns:a16="http://schemas.microsoft.com/office/drawing/2014/main" id="{113BCCF5-0F99-2F76-3022-A0C7A60839E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541736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5" name="Item Text 11">
            <a:extLst>
              <a:ext uri="{FF2B5EF4-FFF2-40B4-BE49-F238E27FC236}">
                <a16:creationId xmlns:a16="http://schemas.microsoft.com/office/drawing/2014/main" id="{EC7467E1-0F14-7595-C928-02ECBE84B7C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541736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36" name="Graphic 8">
            <a:extLst>
              <a:ext uri="{FF2B5EF4-FFF2-40B4-BE49-F238E27FC236}">
                <a16:creationId xmlns:a16="http://schemas.microsoft.com/office/drawing/2014/main" id="{1B819420-1C15-B1EA-E3C0-1AF343B08F11}"/>
              </a:ext>
            </a:extLst>
          </p:cNvPr>
          <p:cNvSpPr/>
          <p:nvPr userDrawn="1"/>
        </p:nvSpPr>
        <p:spPr>
          <a:xfrm>
            <a:off x="107101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8A25188A-3A43-24C9-9971-AAD26426CB3C}"/>
              </a:ext>
            </a:extLst>
          </p:cNvPr>
          <p:cNvSpPr txBox="1">
            <a:spLocks/>
          </p:cNvSpPr>
          <p:nvPr/>
        </p:nvSpPr>
        <p:spPr>
          <a:xfrm>
            <a:off x="112400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sp>
        <p:nvSpPr>
          <p:cNvPr id="138" name="Item Heading 12">
            <a:extLst>
              <a:ext uri="{FF2B5EF4-FFF2-40B4-BE49-F238E27FC236}">
                <a16:creationId xmlns:a16="http://schemas.microsoft.com/office/drawing/2014/main" id="{11A3F838-77EB-4A06-E9CB-5215F1CBB0C6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24708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9" name="Item Text 13">
            <a:extLst>
              <a:ext uri="{FF2B5EF4-FFF2-40B4-BE49-F238E27FC236}">
                <a16:creationId xmlns:a16="http://schemas.microsoft.com/office/drawing/2014/main" id="{EEFFEE84-1BA2-1187-71CA-ADF5429C70F3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24708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40" name="Graphic 8">
            <a:extLst>
              <a:ext uri="{FF2B5EF4-FFF2-40B4-BE49-F238E27FC236}">
                <a16:creationId xmlns:a16="http://schemas.microsoft.com/office/drawing/2014/main" id="{2A460D33-D33D-691A-3AC0-FF605F009A9C}"/>
              </a:ext>
            </a:extLst>
          </p:cNvPr>
          <p:cNvSpPr/>
          <p:nvPr userDrawn="1"/>
        </p:nvSpPr>
        <p:spPr>
          <a:xfrm>
            <a:off x="741157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051458AB-7AB7-6E5E-7957-6F30AC04A278}"/>
              </a:ext>
            </a:extLst>
          </p:cNvPr>
          <p:cNvSpPr txBox="1">
            <a:spLocks/>
          </p:cNvSpPr>
          <p:nvPr/>
        </p:nvSpPr>
        <p:spPr>
          <a:xfrm>
            <a:off x="746456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sp>
        <p:nvSpPr>
          <p:cNvPr id="142" name="Item Heading 14">
            <a:extLst>
              <a:ext uri="{FF2B5EF4-FFF2-40B4-BE49-F238E27FC236}">
                <a16:creationId xmlns:a16="http://schemas.microsoft.com/office/drawing/2014/main" id="{B3F67D84-A834-CB27-2666-8CFDBB2357C8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858764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43" name="Item Text 15">
            <a:extLst>
              <a:ext uri="{FF2B5EF4-FFF2-40B4-BE49-F238E27FC236}">
                <a16:creationId xmlns:a16="http://schemas.microsoft.com/office/drawing/2014/main" id="{6967C280-89FA-9D95-4459-4E644BD6931D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858764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07412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 –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3CB7A44F-6F74-4BAE-7A22-9897CB9E09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9" t="-3004" r="22735" b="-223"/>
          <a:stretch>
            <a:fillRect/>
          </a:stretch>
        </p:blipFill>
        <p:spPr>
          <a:xfrm>
            <a:off x="6636327" y="-178713"/>
            <a:ext cx="6733309" cy="627310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285171-B1AB-1F64-3971-7A9A16025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7709">
            <a:off x="5742657" y="-818337"/>
            <a:ext cx="8520650" cy="7770456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2678" y="5628222"/>
            <a:ext cx="905271" cy="905271"/>
          </a:xfrm>
          <a:prstGeom prst="rect">
            <a:avLst/>
          </a:prstGeom>
        </p:spPr>
      </p:pic>
      <p:sp>
        <p:nvSpPr>
          <p:cNvPr id="5" name="Body 3">
            <a:extLst>
              <a:ext uri="{FF2B5EF4-FFF2-40B4-BE49-F238E27FC236}">
                <a16:creationId xmlns:a16="http://schemas.microsoft.com/office/drawing/2014/main" id="{F64F7882-BB70-8CDE-6A7C-6E9DA0AD34EC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670058" y="3324011"/>
            <a:ext cx="419288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1400"/>
            </a:lvl1pPr>
          </a:lstStyle>
          <a:p>
            <a:pPr lvl="0" algn="l"/>
            <a:r>
              <a:rPr lang="en-US" sz="140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7777C8-51E2-8F83-F30B-CFE82835E94B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70057" y="1270432"/>
            <a:ext cx="4829571" cy="17934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Subheading 2">
            <a:extLst>
              <a:ext uri="{FF2B5EF4-FFF2-40B4-BE49-F238E27FC236}">
                <a16:creationId xmlns:a16="http://schemas.microsoft.com/office/drawing/2014/main" id="{9AF0E8A8-FCF0-9BF9-65E1-F0CBC15E3F9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670057" y="2653167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2000" i="1">
                <a:solidFill>
                  <a:schemeClr val="accent3"/>
                </a:solidFill>
              </a:defRPr>
            </a:lvl1pPr>
          </a:lstStyle>
          <a:p>
            <a:pPr lvl="0" algn="l"/>
            <a:r>
              <a:rPr lang="en-US" sz="20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DB8512-C708-1134-9CD4-A04551AF3AB2}"/>
              </a:ext>
            </a:extLst>
          </p:cNvPr>
          <p:cNvSpPr/>
          <p:nvPr userDrawn="1"/>
        </p:nvSpPr>
        <p:spPr>
          <a:xfrm>
            <a:off x="670058" y="5032542"/>
            <a:ext cx="10081069" cy="150095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2" name="Graphic 8">
            <a:extLst>
              <a:ext uri="{FF2B5EF4-FFF2-40B4-BE49-F238E27FC236}">
                <a16:creationId xmlns:a16="http://schemas.microsoft.com/office/drawing/2014/main" id="{D719E769-29C9-C6DE-93CD-03C009735CE6}"/>
              </a:ext>
            </a:extLst>
          </p:cNvPr>
          <p:cNvSpPr/>
          <p:nvPr userDrawn="1"/>
        </p:nvSpPr>
        <p:spPr>
          <a:xfrm>
            <a:off x="424129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3" name="Title 1">
            <a:extLst>
              <a:ext uri="{FF2B5EF4-FFF2-40B4-BE49-F238E27FC236}">
                <a16:creationId xmlns:a16="http://schemas.microsoft.com/office/drawing/2014/main" id="{E7CF6D79-3B4D-D454-BD76-71C56BBFB7C6}"/>
              </a:ext>
            </a:extLst>
          </p:cNvPr>
          <p:cNvSpPr txBox="1">
            <a:spLocks/>
          </p:cNvSpPr>
          <p:nvPr/>
        </p:nvSpPr>
        <p:spPr>
          <a:xfrm>
            <a:off x="429428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sp>
        <p:nvSpPr>
          <p:cNvPr id="134" name="Item Heading 10">
            <a:extLst>
              <a:ext uri="{FF2B5EF4-FFF2-40B4-BE49-F238E27FC236}">
                <a16:creationId xmlns:a16="http://schemas.microsoft.com/office/drawing/2014/main" id="{113BCCF5-0F99-2F76-3022-A0C7A60839E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541736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5" name="Item Text 11">
            <a:extLst>
              <a:ext uri="{FF2B5EF4-FFF2-40B4-BE49-F238E27FC236}">
                <a16:creationId xmlns:a16="http://schemas.microsoft.com/office/drawing/2014/main" id="{EC7467E1-0F14-7595-C928-02ECBE84B7C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541736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36" name="Graphic 8">
            <a:extLst>
              <a:ext uri="{FF2B5EF4-FFF2-40B4-BE49-F238E27FC236}">
                <a16:creationId xmlns:a16="http://schemas.microsoft.com/office/drawing/2014/main" id="{1B819420-1C15-B1EA-E3C0-1AF343B08F11}"/>
              </a:ext>
            </a:extLst>
          </p:cNvPr>
          <p:cNvSpPr/>
          <p:nvPr userDrawn="1"/>
        </p:nvSpPr>
        <p:spPr>
          <a:xfrm>
            <a:off x="107101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8A25188A-3A43-24C9-9971-AAD26426CB3C}"/>
              </a:ext>
            </a:extLst>
          </p:cNvPr>
          <p:cNvSpPr txBox="1">
            <a:spLocks/>
          </p:cNvSpPr>
          <p:nvPr/>
        </p:nvSpPr>
        <p:spPr>
          <a:xfrm>
            <a:off x="112400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sp>
        <p:nvSpPr>
          <p:cNvPr id="138" name="Item Heading 12">
            <a:extLst>
              <a:ext uri="{FF2B5EF4-FFF2-40B4-BE49-F238E27FC236}">
                <a16:creationId xmlns:a16="http://schemas.microsoft.com/office/drawing/2014/main" id="{11A3F838-77EB-4A06-E9CB-5215F1CBB0C6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24708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9" name="Item Text 13">
            <a:extLst>
              <a:ext uri="{FF2B5EF4-FFF2-40B4-BE49-F238E27FC236}">
                <a16:creationId xmlns:a16="http://schemas.microsoft.com/office/drawing/2014/main" id="{EEFFEE84-1BA2-1187-71CA-ADF5429C70F3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24708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40" name="Graphic 8">
            <a:extLst>
              <a:ext uri="{FF2B5EF4-FFF2-40B4-BE49-F238E27FC236}">
                <a16:creationId xmlns:a16="http://schemas.microsoft.com/office/drawing/2014/main" id="{2A460D33-D33D-691A-3AC0-FF605F009A9C}"/>
              </a:ext>
            </a:extLst>
          </p:cNvPr>
          <p:cNvSpPr/>
          <p:nvPr userDrawn="1"/>
        </p:nvSpPr>
        <p:spPr>
          <a:xfrm>
            <a:off x="741157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051458AB-7AB7-6E5E-7957-6F30AC04A278}"/>
              </a:ext>
            </a:extLst>
          </p:cNvPr>
          <p:cNvSpPr txBox="1">
            <a:spLocks/>
          </p:cNvSpPr>
          <p:nvPr/>
        </p:nvSpPr>
        <p:spPr>
          <a:xfrm>
            <a:off x="746456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sp>
        <p:nvSpPr>
          <p:cNvPr id="142" name="Item Heading 14">
            <a:extLst>
              <a:ext uri="{FF2B5EF4-FFF2-40B4-BE49-F238E27FC236}">
                <a16:creationId xmlns:a16="http://schemas.microsoft.com/office/drawing/2014/main" id="{B3F67D84-A834-CB27-2666-8CFDBB2357C8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858764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43" name="Item Text 15">
            <a:extLst>
              <a:ext uri="{FF2B5EF4-FFF2-40B4-BE49-F238E27FC236}">
                <a16:creationId xmlns:a16="http://schemas.microsoft.com/office/drawing/2014/main" id="{6967C280-89FA-9D95-4459-4E644BD6931D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858764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0741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 – Focus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6A62800D-571A-A07B-1286-1A3F94A0D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1" b="38392"/>
          <a:stretch>
            <a:fillRect/>
          </a:stretch>
        </p:blipFill>
        <p:spPr>
          <a:xfrm>
            <a:off x="-9609" y="3122948"/>
            <a:ext cx="12201609" cy="3735052"/>
          </a:xfrm>
          <a:prstGeom prst="rect">
            <a:avLst/>
          </a:prstGeom>
        </p:spPr>
      </p:pic>
      <p:sp>
        <p:nvSpPr>
          <p:cNvPr id="4" name="Body 3">
            <a:extLst>
              <a:ext uri="{FF2B5EF4-FFF2-40B4-BE49-F238E27FC236}">
                <a16:creationId xmlns:a16="http://schemas.microsoft.com/office/drawing/2014/main" id="{3AA22576-5D0D-EE13-7167-E47DEC96F8B5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2750293" y="1604390"/>
            <a:ext cx="669141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518AF-6442-734B-F060-4B2196A6D334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606769" y="572913"/>
            <a:ext cx="8978462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6" name="Graphic 5" descr="Photo of Mint Group team members at work">
            <a:extLst>
              <a:ext uri="{FF2B5EF4-FFF2-40B4-BE49-F238E27FC236}">
                <a16:creationId xmlns:a16="http://schemas.microsoft.com/office/drawing/2014/main" id="{A2E45521-6BB1-0F01-0C0A-B2DE5E98C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34" y="5792174"/>
            <a:ext cx="905271" cy="905271"/>
          </a:xfrm>
          <a:prstGeom prst="rect">
            <a:avLst/>
          </a:prstGeom>
        </p:spPr>
      </p:pic>
      <p:pic>
        <p:nvPicPr>
          <p:cNvPr id="11" name="Graphic 10" descr="Photo of Mint Group team members at work">
            <a:extLst>
              <a:ext uri="{FF2B5EF4-FFF2-40B4-BE49-F238E27FC236}">
                <a16:creationId xmlns:a16="http://schemas.microsoft.com/office/drawing/2014/main" id="{41CED1C3-2E22-62AB-015A-860AD408D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609" y="3122948"/>
            <a:ext cx="12321352" cy="331378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5663EA-4E6C-1F4C-0686-D42E6F335613}"/>
              </a:ext>
            </a:extLst>
          </p:cNvPr>
          <p:cNvSpPr/>
          <p:nvPr userDrawn="1"/>
        </p:nvSpPr>
        <p:spPr>
          <a:xfrm>
            <a:off x="3967278" y="2862238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CTA 4">
            <a:extLst>
              <a:ext uri="{FF2B5EF4-FFF2-40B4-BE49-F238E27FC236}">
                <a16:creationId xmlns:a16="http://schemas.microsoft.com/office/drawing/2014/main" id="{218C68CA-9942-9D84-289B-E4A59E4924E8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2577286" y="2908751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4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17975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 – Focus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6A62800D-571A-A07B-1286-1A3F94A0D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1" b="38392"/>
          <a:stretch>
            <a:fillRect/>
          </a:stretch>
        </p:blipFill>
        <p:spPr>
          <a:xfrm>
            <a:off x="-9609" y="3122948"/>
            <a:ext cx="12201609" cy="3735052"/>
          </a:xfrm>
          <a:prstGeom prst="rect">
            <a:avLst/>
          </a:prstGeom>
        </p:spPr>
      </p:pic>
      <p:sp>
        <p:nvSpPr>
          <p:cNvPr id="4" name="Body 3">
            <a:extLst>
              <a:ext uri="{FF2B5EF4-FFF2-40B4-BE49-F238E27FC236}">
                <a16:creationId xmlns:a16="http://schemas.microsoft.com/office/drawing/2014/main" id="{3AA22576-5D0D-EE13-7167-E47DEC96F8B5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2750293" y="1604390"/>
            <a:ext cx="669141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518AF-6442-734B-F060-4B2196A6D334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606769" y="572913"/>
            <a:ext cx="8978462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6" name="Graphic 5" descr="Photo of Mint Group team members at work">
            <a:extLst>
              <a:ext uri="{FF2B5EF4-FFF2-40B4-BE49-F238E27FC236}">
                <a16:creationId xmlns:a16="http://schemas.microsoft.com/office/drawing/2014/main" id="{A2E45521-6BB1-0F01-0C0A-B2DE5E98C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34" y="5792174"/>
            <a:ext cx="905271" cy="905271"/>
          </a:xfrm>
          <a:prstGeom prst="rect">
            <a:avLst/>
          </a:prstGeom>
        </p:spPr>
      </p:pic>
      <p:pic>
        <p:nvPicPr>
          <p:cNvPr id="11" name="Graphic 10" descr="Photo of Mint Group team members at work">
            <a:extLst>
              <a:ext uri="{FF2B5EF4-FFF2-40B4-BE49-F238E27FC236}">
                <a16:creationId xmlns:a16="http://schemas.microsoft.com/office/drawing/2014/main" id="{41CED1C3-2E22-62AB-015A-860AD408D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609" y="3122948"/>
            <a:ext cx="12321352" cy="331378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5663EA-4E6C-1F4C-0686-D42E6F335613}"/>
              </a:ext>
            </a:extLst>
          </p:cNvPr>
          <p:cNvSpPr/>
          <p:nvPr userDrawn="1"/>
        </p:nvSpPr>
        <p:spPr>
          <a:xfrm>
            <a:off x="3967278" y="2862238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CTA 4">
            <a:extLst>
              <a:ext uri="{FF2B5EF4-FFF2-40B4-BE49-F238E27FC236}">
                <a16:creationId xmlns:a16="http://schemas.microsoft.com/office/drawing/2014/main" id="{218C68CA-9942-9D84-289B-E4A59E4924E8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2577286" y="2908751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4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17975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935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935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int&#10;&#10;AI-generated content may be incorrect.">
            <a:extLst>
              <a:ext uri="{FF2B5EF4-FFF2-40B4-BE49-F238E27FC236}">
                <a16:creationId xmlns:a16="http://schemas.microsoft.com/office/drawing/2014/main" id="{3C343F67-F4D2-0018-BAB8-A57991ACC0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210312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5400" b="1" i="0">
                <a:solidFill>
                  <a:srgbClr val="FFFFFF"/>
                </a:solidFill>
                <a:latin typeface="Lato Light"/>
              </a:defRPr>
            </a:lvl1pPr>
          </a:lstStyle>
          <a:p>
            <a:pPr algn="l"/>
            <a:r>
              <a:rPr lang="en-US" sz="5400" b="1" i="0">
                <a:solidFill>
                  <a:srgbClr val="FFFFFF"/>
                </a:solidFill>
                <a:latin typeface="Lato Light"/>
              </a:rPr>
              <a:t>Click to edit Master title style</a:t>
            </a:r>
            <a:endParaRPr sz="4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Prepared For Client"/>
          <p:cNvSpPr txBox="1">
            <a:spLocks noGrp="1"/>
          </p:cNvSpPr>
          <p:nvPr>
            <p:ph type="body" idx="11"/>
          </p:nvPr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Click To Edit Subtitle"/>
          <p:cNvSpPr txBox="1">
            <a:spLocks noGrp="1"/>
          </p:cNvSpPr>
          <p:nvPr>
            <p:ph type="body" idx="2"/>
          </p:nvPr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1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2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To Edit Abstract"/>
          <p:cNvSpPr txBox="1">
            <a:spLocks noGrp="1"/>
          </p:cNvSpPr>
          <p:nvPr>
            <p:ph type="body" idx="3"/>
          </p:nvPr>
        </p:nvSpPr>
        <p:spPr>
          <a:xfrm>
            <a:off x="548640" y="3977639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35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350" b="0" i="1">
                <a:solidFill>
                  <a:srgbClr val="C9D2E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Prepared By Mint Group · Date"/>
          <p:cNvSpPr txBox="1">
            <a:spLocks noGrp="1"/>
          </p:cNvSpPr>
          <p:nvPr>
            <p:ph type="body" idx="4"/>
          </p:nvPr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2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2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int&#10;&#10;AI-generated content may be incorrect.">
            <a:extLst>
              <a:ext uri="{FF2B5EF4-FFF2-40B4-BE49-F238E27FC236}">
                <a16:creationId xmlns:a16="http://schemas.microsoft.com/office/drawing/2014/main" id="{3C343F67-F4D2-0018-BAB8-A57991ACC0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210312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5400" b="1" i="0">
                <a:solidFill>
                  <a:srgbClr val="FFFFFF"/>
                </a:solidFill>
                <a:latin typeface="Lato Light"/>
              </a:defRPr>
            </a:lvl1pPr>
          </a:lstStyle>
          <a:p>
            <a:pPr algn="l"/>
            <a:r>
              <a:rPr lang="en-US" sz="5400" b="1" i="0">
                <a:solidFill>
                  <a:srgbClr val="FFFFFF"/>
                </a:solidFill>
                <a:latin typeface="Lato Light"/>
              </a:rPr>
              <a:t>Click to edit Master title style</a:t>
            </a:r>
            <a:endParaRPr sz="4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Prepared For Client"/>
          <p:cNvSpPr txBox="1">
            <a:spLocks noGrp="1"/>
          </p:cNvSpPr>
          <p:nvPr>
            <p:ph type="body" idx="11"/>
          </p:nvPr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Click To Edit Subtitle"/>
          <p:cNvSpPr txBox="1">
            <a:spLocks noGrp="1"/>
          </p:cNvSpPr>
          <p:nvPr>
            <p:ph type="body" idx="2"/>
          </p:nvPr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1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2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To Edit Abstract"/>
          <p:cNvSpPr txBox="1">
            <a:spLocks noGrp="1"/>
          </p:cNvSpPr>
          <p:nvPr>
            <p:ph type="body" idx="3"/>
          </p:nvPr>
        </p:nvSpPr>
        <p:spPr>
          <a:xfrm>
            <a:off x="548640" y="3977639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35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350" b="0" i="1">
                <a:solidFill>
                  <a:srgbClr val="C9D2E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Prepared By Mint Group · Date"/>
          <p:cNvSpPr txBox="1">
            <a:spLocks noGrp="1"/>
          </p:cNvSpPr>
          <p:nvPr>
            <p:ph type="body" idx="4"/>
          </p:nvPr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2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2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103120"/>
            <a:ext cx="3228921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5761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49083" y="2103120"/>
            <a:ext cx="3228921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4355726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4355726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838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80160" y="2103120"/>
            <a:ext cx="3228921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7886803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7886803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754880"/>
            <a:ext cx="10913163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103120"/>
            <a:ext cx="3228921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5761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49083" y="2103120"/>
            <a:ext cx="3228921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4355726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4355726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838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80160" y="2103120"/>
            <a:ext cx="3228921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7886803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7886803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754880"/>
            <a:ext cx="10913163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068830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2992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6313" y="2068830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3472956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3472956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300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4621" y="2068830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6121265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6121265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09608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62929" y="2068830"/>
            <a:ext cx="2346152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rd Title"/>
          <p:cNvSpPr txBox="1">
            <a:spLocks noGrp="1"/>
          </p:cNvSpPr>
          <p:nvPr>
            <p:ph type="body" idx="26"/>
          </p:nvPr>
        </p:nvSpPr>
        <p:spPr>
          <a:xfrm>
            <a:off x="8769573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ard Text"/>
          <p:cNvSpPr txBox="1">
            <a:spLocks noGrp="1"/>
          </p:cNvSpPr>
          <p:nvPr>
            <p:ph type="body" idx="27"/>
          </p:nvPr>
        </p:nvSpPr>
        <p:spPr>
          <a:xfrm>
            <a:off x="8769573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3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664684" y="4754880"/>
            <a:ext cx="10966484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068830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2992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6313" y="2068830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3472956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3472956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300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4621" y="2068830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6121265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6121265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09608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62929" y="2068830"/>
            <a:ext cx="2346152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rd Title"/>
          <p:cNvSpPr txBox="1">
            <a:spLocks noGrp="1"/>
          </p:cNvSpPr>
          <p:nvPr>
            <p:ph type="body" idx="26"/>
          </p:nvPr>
        </p:nvSpPr>
        <p:spPr>
          <a:xfrm>
            <a:off x="8769573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ard Text"/>
          <p:cNvSpPr txBox="1">
            <a:spLocks noGrp="1"/>
          </p:cNvSpPr>
          <p:nvPr>
            <p:ph type="body" idx="27"/>
          </p:nvPr>
        </p:nvSpPr>
        <p:spPr>
          <a:xfrm>
            <a:off x="8769573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3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664684" y="4754880"/>
            <a:ext cx="10966484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3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4" y="2217420"/>
            <a:ext cx="215952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 Title"/>
          <p:cNvSpPr txBox="1">
            <a:spLocks noGrp="1"/>
          </p:cNvSpPr>
          <p:nvPr>
            <p:ph type="body" idx="20"/>
          </p:nvPr>
        </p:nvSpPr>
        <p:spPr>
          <a:xfrm>
            <a:off x="82464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Step Text"/>
          <p:cNvSpPr txBox="1">
            <a:spLocks noGrp="1"/>
          </p:cNvSpPr>
          <p:nvPr>
            <p:ph type="body" idx="21"/>
          </p:nvPr>
        </p:nvSpPr>
        <p:spPr>
          <a:xfrm>
            <a:off x="82464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1948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199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8521" y="2217420"/>
            <a:ext cx="215952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Title"/>
          <p:cNvSpPr txBox="1">
            <a:spLocks noGrp="1"/>
          </p:cNvSpPr>
          <p:nvPr>
            <p:ph type="body" idx="22"/>
          </p:nvPr>
        </p:nvSpPr>
        <p:spPr>
          <a:xfrm>
            <a:off x="3535164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Step Text"/>
          <p:cNvSpPr txBox="1">
            <a:spLocks noGrp="1"/>
          </p:cNvSpPr>
          <p:nvPr>
            <p:ph type="body" idx="23"/>
          </p:nvPr>
        </p:nvSpPr>
        <p:spPr>
          <a:xfrm>
            <a:off x="3535164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2464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5716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9037" y="2217420"/>
            <a:ext cx="215952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Title"/>
          <p:cNvSpPr txBox="1">
            <a:spLocks noGrp="1"/>
          </p:cNvSpPr>
          <p:nvPr>
            <p:ph type="body" idx="24"/>
          </p:nvPr>
        </p:nvSpPr>
        <p:spPr>
          <a:xfrm>
            <a:off x="6245681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Step Text"/>
          <p:cNvSpPr txBox="1">
            <a:spLocks noGrp="1"/>
          </p:cNvSpPr>
          <p:nvPr>
            <p:ph type="body" idx="25"/>
          </p:nvPr>
        </p:nvSpPr>
        <p:spPr>
          <a:xfrm>
            <a:off x="6245681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2981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232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49554" y="2217420"/>
            <a:ext cx="2159526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Title"/>
          <p:cNvSpPr txBox="1">
            <a:spLocks noGrp="1"/>
          </p:cNvSpPr>
          <p:nvPr>
            <p:ph type="body" idx="26"/>
          </p:nvPr>
        </p:nvSpPr>
        <p:spPr>
          <a:xfrm>
            <a:off x="895619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4" name="Step Text"/>
          <p:cNvSpPr txBox="1">
            <a:spLocks noGrp="1"/>
          </p:cNvSpPr>
          <p:nvPr>
            <p:ph type="body" idx="27"/>
          </p:nvPr>
        </p:nvSpPr>
        <p:spPr>
          <a:xfrm>
            <a:off x="895619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5" name="Optional Note — Delete If Not "/>
          <p:cNvSpPr txBox="1">
            <a:spLocks noGrp="1"/>
          </p:cNvSpPr>
          <p:nvPr>
            <p:ph type="body" idx="40"/>
          </p:nvPr>
        </p:nvSpPr>
        <p:spPr>
          <a:xfrm>
            <a:off x="718005" y="4754880"/>
            <a:ext cx="1086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718004" y="5705856"/>
            <a:ext cx="8291515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3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4" y="2217420"/>
            <a:ext cx="215952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 Title"/>
          <p:cNvSpPr txBox="1">
            <a:spLocks noGrp="1"/>
          </p:cNvSpPr>
          <p:nvPr>
            <p:ph type="body" idx="20"/>
          </p:nvPr>
        </p:nvSpPr>
        <p:spPr>
          <a:xfrm>
            <a:off x="82464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Step Text"/>
          <p:cNvSpPr txBox="1">
            <a:spLocks noGrp="1"/>
          </p:cNvSpPr>
          <p:nvPr>
            <p:ph type="body" idx="21"/>
          </p:nvPr>
        </p:nvSpPr>
        <p:spPr>
          <a:xfrm>
            <a:off x="82464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1948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199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8521" y="2217420"/>
            <a:ext cx="215952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Title"/>
          <p:cNvSpPr txBox="1">
            <a:spLocks noGrp="1"/>
          </p:cNvSpPr>
          <p:nvPr>
            <p:ph type="body" idx="22"/>
          </p:nvPr>
        </p:nvSpPr>
        <p:spPr>
          <a:xfrm>
            <a:off x="3535164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Step Text"/>
          <p:cNvSpPr txBox="1">
            <a:spLocks noGrp="1"/>
          </p:cNvSpPr>
          <p:nvPr>
            <p:ph type="body" idx="23"/>
          </p:nvPr>
        </p:nvSpPr>
        <p:spPr>
          <a:xfrm>
            <a:off x="3535164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2464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5716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9037" y="2217420"/>
            <a:ext cx="215952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Title"/>
          <p:cNvSpPr txBox="1">
            <a:spLocks noGrp="1"/>
          </p:cNvSpPr>
          <p:nvPr>
            <p:ph type="body" idx="24"/>
          </p:nvPr>
        </p:nvSpPr>
        <p:spPr>
          <a:xfrm>
            <a:off x="6245681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Step Text"/>
          <p:cNvSpPr txBox="1">
            <a:spLocks noGrp="1"/>
          </p:cNvSpPr>
          <p:nvPr>
            <p:ph type="body" idx="25"/>
          </p:nvPr>
        </p:nvSpPr>
        <p:spPr>
          <a:xfrm>
            <a:off x="6245681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2981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232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49554" y="2217420"/>
            <a:ext cx="2159526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Title"/>
          <p:cNvSpPr txBox="1">
            <a:spLocks noGrp="1"/>
          </p:cNvSpPr>
          <p:nvPr>
            <p:ph type="body" idx="26"/>
          </p:nvPr>
        </p:nvSpPr>
        <p:spPr>
          <a:xfrm>
            <a:off x="895619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4" name="Step Text"/>
          <p:cNvSpPr txBox="1">
            <a:spLocks noGrp="1"/>
          </p:cNvSpPr>
          <p:nvPr>
            <p:ph type="body" idx="27"/>
          </p:nvPr>
        </p:nvSpPr>
        <p:spPr>
          <a:xfrm>
            <a:off x="895619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5" name="Optional Note — Delete If Not "/>
          <p:cNvSpPr txBox="1">
            <a:spLocks noGrp="1"/>
          </p:cNvSpPr>
          <p:nvPr>
            <p:ph type="body" idx="40"/>
          </p:nvPr>
        </p:nvSpPr>
        <p:spPr>
          <a:xfrm>
            <a:off x="718005" y="4754880"/>
            <a:ext cx="1086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718004" y="5705856"/>
            <a:ext cx="8291515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icin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Lead-In Line"/>
          <p:cNvSpPr txBox="1">
            <a:spLocks noGrp="1"/>
          </p:cNvSpPr>
          <p:nvPr>
            <p:ph type="body" idx="13"/>
          </p:nvPr>
        </p:nvSpPr>
        <p:spPr>
          <a:xfrm>
            <a:off x="718005" y="1472474"/>
            <a:ext cx="51988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2A3338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List Column One"/>
          <p:cNvSpPr txBox="1">
            <a:spLocks noGrp="1"/>
          </p:cNvSpPr>
          <p:nvPr>
            <p:ph type="body" idx="14"/>
          </p:nvPr>
        </p:nvSpPr>
        <p:spPr>
          <a:xfrm>
            <a:off x="700231" y="1783080"/>
            <a:ext cx="3421471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List Column Two"/>
          <p:cNvSpPr txBox="1">
            <a:spLocks noGrp="1"/>
          </p:cNvSpPr>
          <p:nvPr>
            <p:ph type="body" idx="15"/>
          </p:nvPr>
        </p:nvSpPr>
        <p:spPr>
          <a:xfrm>
            <a:off x="4432746" y="1783080"/>
            <a:ext cx="3465906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261" y="1426464"/>
            <a:ext cx="3465906" cy="3236976"/>
          </a:xfrm>
          <a:prstGeom prst="roundRect">
            <a:avLst>
              <a:gd name="adj" fmla="val 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Kicker"/>
          <p:cNvSpPr txBox="1">
            <a:spLocks noGrp="1"/>
          </p:cNvSpPr>
          <p:nvPr>
            <p:ph type="body" idx="20"/>
          </p:nvPr>
        </p:nvSpPr>
        <p:spPr>
          <a:xfrm>
            <a:off x="8431869" y="1645920"/>
            <a:ext cx="293269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3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Big Number"/>
          <p:cNvSpPr txBox="1">
            <a:spLocks noGrp="1"/>
          </p:cNvSpPr>
          <p:nvPr>
            <p:ph type="body" idx="21"/>
          </p:nvPr>
        </p:nvSpPr>
        <p:spPr>
          <a:xfrm>
            <a:off x="8431869" y="1993392"/>
            <a:ext cx="2932690" cy="9326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0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30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Secondary Figure"/>
          <p:cNvSpPr txBox="1">
            <a:spLocks noGrp="1"/>
          </p:cNvSpPr>
          <p:nvPr>
            <p:ph type="body" idx="22"/>
          </p:nvPr>
        </p:nvSpPr>
        <p:spPr>
          <a:xfrm>
            <a:off x="8431869" y="2999232"/>
            <a:ext cx="293269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89C1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Term"/>
          <p:cNvSpPr txBox="1">
            <a:spLocks noGrp="1"/>
          </p:cNvSpPr>
          <p:nvPr>
            <p:ph type="body" idx="23"/>
          </p:nvPr>
        </p:nvSpPr>
        <p:spPr>
          <a:xfrm>
            <a:off x="8431869" y="3749040"/>
            <a:ext cx="293269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Billing Note"/>
          <p:cNvSpPr txBox="1">
            <a:spLocks noGrp="1"/>
          </p:cNvSpPr>
          <p:nvPr>
            <p:ph type="body" idx="24"/>
          </p:nvPr>
        </p:nvSpPr>
        <p:spPr>
          <a:xfrm>
            <a:off x="8431869" y="4078224"/>
            <a:ext cx="293269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B9C4D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Fine Print — Delete If Not Nee"/>
          <p:cNvSpPr txBox="1">
            <a:spLocks noGrp="1"/>
          </p:cNvSpPr>
          <p:nvPr>
            <p:ph type="body" idx="41"/>
          </p:nvPr>
        </p:nvSpPr>
        <p:spPr>
          <a:xfrm>
            <a:off x="700231" y="5303520"/>
            <a:ext cx="1053102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72460" y="5705856"/>
            <a:ext cx="8337060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icin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Lead-In Line"/>
          <p:cNvSpPr txBox="1">
            <a:spLocks noGrp="1"/>
          </p:cNvSpPr>
          <p:nvPr>
            <p:ph type="body" idx="13"/>
          </p:nvPr>
        </p:nvSpPr>
        <p:spPr>
          <a:xfrm>
            <a:off x="718005" y="1472474"/>
            <a:ext cx="51988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2A3338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List Column One"/>
          <p:cNvSpPr txBox="1">
            <a:spLocks noGrp="1"/>
          </p:cNvSpPr>
          <p:nvPr>
            <p:ph type="body" idx="14"/>
          </p:nvPr>
        </p:nvSpPr>
        <p:spPr>
          <a:xfrm>
            <a:off x="700231" y="1783080"/>
            <a:ext cx="3421471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List Column Two"/>
          <p:cNvSpPr txBox="1">
            <a:spLocks noGrp="1"/>
          </p:cNvSpPr>
          <p:nvPr>
            <p:ph type="body" idx="15"/>
          </p:nvPr>
        </p:nvSpPr>
        <p:spPr>
          <a:xfrm>
            <a:off x="4432746" y="1783080"/>
            <a:ext cx="3465906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261" y="1426464"/>
            <a:ext cx="3465906" cy="3236976"/>
          </a:xfrm>
          <a:prstGeom prst="roundRect">
            <a:avLst>
              <a:gd name="adj" fmla="val 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Kicker"/>
          <p:cNvSpPr txBox="1">
            <a:spLocks noGrp="1"/>
          </p:cNvSpPr>
          <p:nvPr>
            <p:ph type="body" idx="20"/>
          </p:nvPr>
        </p:nvSpPr>
        <p:spPr>
          <a:xfrm>
            <a:off x="8431869" y="1645920"/>
            <a:ext cx="293269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3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Big Number"/>
          <p:cNvSpPr txBox="1">
            <a:spLocks noGrp="1"/>
          </p:cNvSpPr>
          <p:nvPr>
            <p:ph type="body" idx="21"/>
          </p:nvPr>
        </p:nvSpPr>
        <p:spPr>
          <a:xfrm>
            <a:off x="8431869" y="1993392"/>
            <a:ext cx="2932690" cy="9326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0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30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Secondary Figure"/>
          <p:cNvSpPr txBox="1">
            <a:spLocks noGrp="1"/>
          </p:cNvSpPr>
          <p:nvPr>
            <p:ph type="body" idx="22"/>
          </p:nvPr>
        </p:nvSpPr>
        <p:spPr>
          <a:xfrm>
            <a:off x="8431869" y="2999232"/>
            <a:ext cx="293269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89C1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Term"/>
          <p:cNvSpPr txBox="1">
            <a:spLocks noGrp="1"/>
          </p:cNvSpPr>
          <p:nvPr>
            <p:ph type="body" idx="23"/>
          </p:nvPr>
        </p:nvSpPr>
        <p:spPr>
          <a:xfrm>
            <a:off x="8431869" y="3749040"/>
            <a:ext cx="293269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Billing Note"/>
          <p:cNvSpPr txBox="1">
            <a:spLocks noGrp="1"/>
          </p:cNvSpPr>
          <p:nvPr>
            <p:ph type="body" idx="24"/>
          </p:nvPr>
        </p:nvSpPr>
        <p:spPr>
          <a:xfrm>
            <a:off x="8431869" y="4078224"/>
            <a:ext cx="293269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B9C4D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Fine Print — Delete If Not Nee"/>
          <p:cNvSpPr txBox="1">
            <a:spLocks noGrp="1"/>
          </p:cNvSpPr>
          <p:nvPr>
            <p:ph type="body" idx="41"/>
          </p:nvPr>
        </p:nvSpPr>
        <p:spPr>
          <a:xfrm>
            <a:off x="700231" y="5303520"/>
            <a:ext cx="1053102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72460" y="5705856"/>
            <a:ext cx="8337060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617720"/>
            <a:ext cx="10913163" cy="82296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Icon To Insert Table"/>
          <p:cNvSpPr txBox="1">
            <a:spLocks noGrp="1"/>
          </p:cNvSpPr>
          <p:nvPr>
            <p:ph type="tbl" idx="10"/>
          </p:nvPr>
        </p:nvSpPr>
        <p:spPr>
          <a:xfrm>
            <a:off x="718005" y="2011680"/>
            <a:ext cx="11019805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table</a:t>
            </a:r>
            <a:endParaRPr dirty="0"/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82208" y="5705856"/>
            <a:ext cx="83273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617720"/>
            <a:ext cx="10913163" cy="82296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Icon To Insert Table"/>
          <p:cNvSpPr txBox="1">
            <a:spLocks noGrp="1"/>
          </p:cNvSpPr>
          <p:nvPr>
            <p:ph type="tbl" idx="10"/>
          </p:nvPr>
        </p:nvSpPr>
        <p:spPr>
          <a:xfrm>
            <a:off x="718005" y="2011680"/>
            <a:ext cx="11019805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table</a:t>
            </a:r>
            <a:endParaRPr dirty="0"/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82208" y="5705856"/>
            <a:ext cx="83273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– 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depicts a solid, uniform blue background.&#10;&#10;AI-generated content may be incorrect.">
            <a:extLst>
              <a:ext uri="{FF2B5EF4-FFF2-40B4-BE49-F238E27FC236}">
                <a16:creationId xmlns:a16="http://schemas.microsoft.com/office/drawing/2014/main" id="{F442F0E0-DFA1-F4B7-340F-D9B500A0B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1737360"/>
            <a:ext cx="10552176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FFFFFF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FFFFFF"/>
                </a:solidFill>
                <a:latin typeface="Lato"/>
              </a:rPr>
              <a:t>Click to edit Master title style</a:t>
            </a:r>
            <a:endParaRPr sz="3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Kicker"/>
          <p:cNvSpPr txBox="1">
            <a:spLocks noGrp="1"/>
          </p:cNvSpPr>
          <p:nvPr>
            <p:ph type="body" idx="11"/>
          </p:nvPr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Numbered Next Steps"/>
          <p:cNvSpPr txBox="1">
            <a:spLocks noGrp="1"/>
          </p:cNvSpPr>
          <p:nvPr>
            <p:ph type="body" idx="12"/>
          </p:nvPr>
        </p:nvSpPr>
        <p:spPr>
          <a:xfrm>
            <a:off x="566928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500" b="0" i="0">
                <a:solidFill>
                  <a:srgbClr val="E6EBF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Footer Line"/>
          <p:cNvSpPr txBox="1">
            <a:spLocks noGrp="1"/>
          </p:cNvSpPr>
          <p:nvPr>
            <p:ph type="body" idx="13"/>
          </p:nvPr>
        </p:nvSpPr>
        <p:spPr>
          <a:xfrm>
            <a:off x="548640" y="5532119"/>
            <a:ext cx="10533888" cy="3316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– 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depicts a solid, uniform blue background.&#10;&#10;AI-generated content may be incorrect.">
            <a:extLst>
              <a:ext uri="{FF2B5EF4-FFF2-40B4-BE49-F238E27FC236}">
                <a16:creationId xmlns:a16="http://schemas.microsoft.com/office/drawing/2014/main" id="{F442F0E0-DFA1-F4B7-340F-D9B500A0B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1737360"/>
            <a:ext cx="10552176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FFFFFF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FFFFFF"/>
                </a:solidFill>
                <a:latin typeface="Lato"/>
              </a:rPr>
              <a:t>Click to edit Master title style</a:t>
            </a:r>
            <a:endParaRPr sz="3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Kicker"/>
          <p:cNvSpPr txBox="1">
            <a:spLocks noGrp="1"/>
          </p:cNvSpPr>
          <p:nvPr>
            <p:ph type="body" idx="11"/>
          </p:nvPr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Numbered Next Steps"/>
          <p:cNvSpPr txBox="1">
            <a:spLocks noGrp="1"/>
          </p:cNvSpPr>
          <p:nvPr>
            <p:ph type="body" idx="12"/>
          </p:nvPr>
        </p:nvSpPr>
        <p:spPr>
          <a:xfrm>
            <a:off x="566928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500" b="0" i="0">
                <a:solidFill>
                  <a:srgbClr val="E6EBF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Footer Line"/>
          <p:cNvSpPr txBox="1">
            <a:spLocks noGrp="1"/>
          </p:cNvSpPr>
          <p:nvPr>
            <p:ph type="body" idx="13"/>
          </p:nvPr>
        </p:nvSpPr>
        <p:spPr>
          <a:xfrm>
            <a:off x="548640" y="5532119"/>
            <a:ext cx="10533888" cy="3316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706731"/>
            <a:ext cx="5472289" cy="180578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48640" y="4178520"/>
            <a:ext cx="5200000" cy="5748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8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8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211" name="Kicker 11"/>
          <p:cNvSpPr>
            <a:spLocks noGrp="1"/>
          </p:cNvSpPr>
          <p:nvPr>
            <p:ph type="body" idx="11"/>
          </p:nvPr>
        </p:nvSpPr>
        <p:spPr>
          <a:xfrm>
            <a:off x="548640" y="458000"/>
            <a:ext cx="5200000" cy="3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 cap="all">
                <a:solidFill>
                  <a:srgbClr val="89C1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3" name="Abstract 3"/>
          <p:cNvSpPr>
            <a:spLocks noGrp="1"/>
          </p:cNvSpPr>
          <p:nvPr>
            <p:ph type="body" idx="3"/>
          </p:nvPr>
        </p:nvSpPr>
        <p:spPr>
          <a:xfrm>
            <a:off x="548640" y="5620000"/>
            <a:ext cx="5100000" cy="6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1">
                <a:solidFill>
                  <a:srgbClr val="CFD8DB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4" name="Prepared-by 4"/>
          <p:cNvSpPr>
            <a:spLocks noGrp="1"/>
          </p:cNvSpPr>
          <p:nvPr>
            <p:ph type="body" idx="4"/>
          </p:nvPr>
        </p:nvSpPr>
        <p:spPr>
          <a:xfrm>
            <a:off x="548640" y="6330000"/>
            <a:ext cx="5600000" cy="2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706731"/>
            <a:ext cx="5472289" cy="180578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48640" y="4178520"/>
            <a:ext cx="5200000" cy="5748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8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8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211" name="Kicker 11"/>
          <p:cNvSpPr>
            <a:spLocks noGrp="1"/>
          </p:cNvSpPr>
          <p:nvPr>
            <p:ph type="body" idx="11"/>
          </p:nvPr>
        </p:nvSpPr>
        <p:spPr>
          <a:xfrm>
            <a:off x="548640" y="458000"/>
            <a:ext cx="5200000" cy="3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 cap="all">
                <a:solidFill>
                  <a:srgbClr val="89C1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3" name="Abstract 3"/>
          <p:cNvSpPr>
            <a:spLocks noGrp="1"/>
          </p:cNvSpPr>
          <p:nvPr>
            <p:ph type="body" idx="3"/>
          </p:nvPr>
        </p:nvSpPr>
        <p:spPr>
          <a:xfrm>
            <a:off x="548640" y="5620000"/>
            <a:ext cx="5100000" cy="6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1">
                <a:solidFill>
                  <a:srgbClr val="CFD8DB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4" name="Prepared-by 4"/>
          <p:cNvSpPr>
            <a:spLocks noGrp="1"/>
          </p:cNvSpPr>
          <p:nvPr>
            <p:ph type="body" idx="4"/>
          </p:nvPr>
        </p:nvSpPr>
        <p:spPr>
          <a:xfrm>
            <a:off x="548640" y="6330000"/>
            <a:ext cx="5600000" cy="2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97845" cy="5486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buNone/>
              <a:defRPr sz="2600" b="1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Kicker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7094779" cy="27432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Body 12"/>
          <p:cNvSpPr>
            <a:spLocks noGrp="1"/>
          </p:cNvSpPr>
          <p:nvPr>
            <p:ph type="body" idx="12"/>
          </p:nvPr>
        </p:nvSpPr>
        <p:spPr>
          <a:xfrm>
            <a:off x="718005" y="1400000"/>
            <a:ext cx="6414457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0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0"/>
          <p:cNvSpPr>
            <a:spLocks noGrp="1"/>
          </p:cNvSpPr>
          <p:nvPr>
            <p:ph type="pic" idx="20"/>
          </p:nvPr>
        </p:nvSpPr>
        <p:spPr>
          <a:xfrm>
            <a:off x="7358983" y="1400000"/>
            <a:ext cx="4256867" cy="4700000"/>
          </a:xfrm>
          <a:prstGeom prst="roundRect">
            <a:avLst>
              <a:gd name="adj" fmla="val 6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97845" cy="5486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buNone/>
              <a:defRPr sz="2600" b="1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Kicker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7094779" cy="27432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Body 12"/>
          <p:cNvSpPr>
            <a:spLocks noGrp="1"/>
          </p:cNvSpPr>
          <p:nvPr>
            <p:ph type="body" idx="12"/>
          </p:nvPr>
        </p:nvSpPr>
        <p:spPr>
          <a:xfrm>
            <a:off x="718005" y="1400000"/>
            <a:ext cx="6414457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0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0"/>
          <p:cNvSpPr>
            <a:spLocks noGrp="1"/>
          </p:cNvSpPr>
          <p:nvPr>
            <p:ph type="pic" idx="20"/>
          </p:nvPr>
        </p:nvSpPr>
        <p:spPr>
          <a:xfrm>
            <a:off x="7358983" y="1400000"/>
            <a:ext cx="4256867" cy="4700000"/>
          </a:xfrm>
          <a:prstGeom prst="roundRect">
            <a:avLst>
              <a:gd name="adj" fmla="val 6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4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3570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lumn Heading"/>
          <p:cNvSpPr txBox="1">
            <a:spLocks noGrp="1"/>
          </p:cNvSpPr>
          <p:nvPr>
            <p:ph type="body" idx="20"/>
          </p:nvPr>
        </p:nvSpPr>
        <p:spPr>
          <a:xfrm>
            <a:off x="851308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570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lumn Points"/>
          <p:cNvSpPr txBox="1">
            <a:spLocks noGrp="1"/>
          </p:cNvSpPr>
          <p:nvPr>
            <p:ph type="body" idx="21"/>
          </p:nvPr>
        </p:nvSpPr>
        <p:spPr>
          <a:xfrm>
            <a:off x="851308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5733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olumn Heading"/>
          <p:cNvSpPr txBox="1">
            <a:spLocks noGrp="1"/>
          </p:cNvSpPr>
          <p:nvPr>
            <p:ph type="body" idx="22"/>
          </p:nvPr>
        </p:nvSpPr>
        <p:spPr>
          <a:xfrm>
            <a:off x="6183472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5733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lumn Points"/>
          <p:cNvSpPr txBox="1">
            <a:spLocks noGrp="1"/>
          </p:cNvSpPr>
          <p:nvPr>
            <p:ph type="body" idx="23"/>
          </p:nvPr>
        </p:nvSpPr>
        <p:spPr>
          <a:xfrm>
            <a:off x="6183472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Verdict Callout"/>
          <p:cNvSpPr txBox="1">
            <a:spLocks noGrp="1"/>
          </p:cNvSpPr>
          <p:nvPr>
            <p:ph type="body" idx="40"/>
          </p:nvPr>
        </p:nvSpPr>
        <p:spPr>
          <a:xfrm>
            <a:off x="673570" y="4951476"/>
            <a:ext cx="10397718" cy="68580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4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3570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lumn Heading"/>
          <p:cNvSpPr txBox="1">
            <a:spLocks noGrp="1"/>
          </p:cNvSpPr>
          <p:nvPr>
            <p:ph type="body" idx="20"/>
          </p:nvPr>
        </p:nvSpPr>
        <p:spPr>
          <a:xfrm>
            <a:off x="851308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570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lumn Points"/>
          <p:cNvSpPr txBox="1">
            <a:spLocks noGrp="1"/>
          </p:cNvSpPr>
          <p:nvPr>
            <p:ph type="body" idx="21"/>
          </p:nvPr>
        </p:nvSpPr>
        <p:spPr>
          <a:xfrm>
            <a:off x="851308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5733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olumn Heading"/>
          <p:cNvSpPr txBox="1">
            <a:spLocks noGrp="1"/>
          </p:cNvSpPr>
          <p:nvPr>
            <p:ph type="body" idx="22"/>
          </p:nvPr>
        </p:nvSpPr>
        <p:spPr>
          <a:xfrm>
            <a:off x="6183472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5733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lumn Points"/>
          <p:cNvSpPr txBox="1">
            <a:spLocks noGrp="1"/>
          </p:cNvSpPr>
          <p:nvPr>
            <p:ph type="body" idx="23"/>
          </p:nvPr>
        </p:nvSpPr>
        <p:spPr>
          <a:xfrm>
            <a:off x="6183472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Verdict Callout"/>
          <p:cNvSpPr txBox="1">
            <a:spLocks noGrp="1"/>
          </p:cNvSpPr>
          <p:nvPr>
            <p:ph type="body" idx="40"/>
          </p:nvPr>
        </p:nvSpPr>
        <p:spPr>
          <a:xfrm>
            <a:off x="673570" y="4951476"/>
            <a:ext cx="10397718" cy="68580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– Full Bleed">
    <p:bg>
      <p:bgPr>
        <a:solidFill>
          <a:srgbClr val="184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63DF1-CEA1-3032-2DA2-6331CECFE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03" name="Kicker"/>
          <p:cNvSpPr txBox="1">
            <a:spLocks noGrp="1"/>
          </p:cNvSpPr>
          <p:nvPr>
            <p:ph type="body" idx="11"/>
          </p:nvPr>
        </p:nvSpPr>
        <p:spPr>
          <a:xfrm>
            <a:off x="822960" y="1828800"/>
            <a:ext cx="7315200" cy="320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4" name="Title 1"/>
          <p:cNvSpPr txBox="1">
            <a:spLocks noGrp="1"/>
          </p:cNvSpPr>
          <p:nvPr>
            <p:ph type="title"/>
          </p:nvPr>
        </p:nvSpPr>
        <p:spPr>
          <a:xfrm>
            <a:off x="804672" y="2286000"/>
            <a:ext cx="10515600" cy="1463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3600" b="0" i="0">
                <a:solidFill>
                  <a:srgbClr val="FFFFFF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5" name="Supporting Line"/>
          <p:cNvSpPr txBox="1">
            <a:spLocks noGrp="1"/>
          </p:cNvSpPr>
          <p:nvPr>
            <p:ph type="body" idx="2"/>
          </p:nvPr>
        </p:nvSpPr>
        <p:spPr>
          <a:xfrm>
            <a:off x="822960" y="4023360"/>
            <a:ext cx="8229600" cy="36576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– Full Bleed">
    <p:bg>
      <p:bgPr>
        <a:solidFill>
          <a:srgbClr val="184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63DF1-CEA1-3032-2DA2-6331CECFE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03" name="Kicker"/>
          <p:cNvSpPr txBox="1">
            <a:spLocks noGrp="1"/>
          </p:cNvSpPr>
          <p:nvPr>
            <p:ph type="body" idx="11"/>
          </p:nvPr>
        </p:nvSpPr>
        <p:spPr>
          <a:xfrm>
            <a:off x="822960" y="1828800"/>
            <a:ext cx="7315200" cy="320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4" name="Title 1"/>
          <p:cNvSpPr txBox="1">
            <a:spLocks noGrp="1"/>
          </p:cNvSpPr>
          <p:nvPr>
            <p:ph type="title"/>
          </p:nvPr>
        </p:nvSpPr>
        <p:spPr>
          <a:xfrm>
            <a:off x="804672" y="2286000"/>
            <a:ext cx="10515600" cy="1463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3600" b="0" i="0">
                <a:solidFill>
                  <a:srgbClr val="FFFFFF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5" name="Supporting Line"/>
          <p:cNvSpPr txBox="1">
            <a:spLocks noGrp="1"/>
          </p:cNvSpPr>
          <p:nvPr>
            <p:ph type="body" idx="2"/>
          </p:nvPr>
        </p:nvSpPr>
        <p:spPr>
          <a:xfrm>
            <a:off x="822960" y="4023360"/>
            <a:ext cx="8229600" cy="36576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– 4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4684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8005" y="2162556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ig Number"/>
          <p:cNvSpPr txBox="1">
            <a:spLocks noGrp="1"/>
          </p:cNvSpPr>
          <p:nvPr>
            <p:ph type="body" idx="20"/>
          </p:nvPr>
        </p:nvSpPr>
        <p:spPr>
          <a:xfrm>
            <a:off x="797988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tat Label"/>
          <p:cNvSpPr txBox="1">
            <a:spLocks noGrp="1"/>
          </p:cNvSpPr>
          <p:nvPr>
            <p:ph type="body" idx="21"/>
          </p:nvPr>
        </p:nvSpPr>
        <p:spPr>
          <a:xfrm>
            <a:off x="797988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2992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6313" y="2162556"/>
            <a:ext cx="2346152" cy="68580"/>
          </a:xfrm>
          <a:prstGeom prst="rect">
            <a:avLst/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ig Number"/>
          <p:cNvSpPr txBox="1">
            <a:spLocks noGrp="1"/>
          </p:cNvSpPr>
          <p:nvPr>
            <p:ph type="body" idx="22"/>
          </p:nvPr>
        </p:nvSpPr>
        <p:spPr>
          <a:xfrm>
            <a:off x="3446296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Stat Label"/>
          <p:cNvSpPr txBox="1">
            <a:spLocks noGrp="1"/>
          </p:cNvSpPr>
          <p:nvPr>
            <p:ph type="body" idx="23"/>
          </p:nvPr>
        </p:nvSpPr>
        <p:spPr>
          <a:xfrm>
            <a:off x="3446296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1300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14621" y="2162556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ig Number"/>
          <p:cNvSpPr txBox="1">
            <a:spLocks noGrp="1"/>
          </p:cNvSpPr>
          <p:nvPr>
            <p:ph type="body" idx="24"/>
          </p:nvPr>
        </p:nvSpPr>
        <p:spPr>
          <a:xfrm>
            <a:off x="6094604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Stat Label"/>
          <p:cNvSpPr txBox="1">
            <a:spLocks noGrp="1"/>
          </p:cNvSpPr>
          <p:nvPr>
            <p:ph type="body" idx="25"/>
          </p:nvPr>
        </p:nvSpPr>
        <p:spPr>
          <a:xfrm>
            <a:off x="6094604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9608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62929" y="2162556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ig Number"/>
          <p:cNvSpPr txBox="1">
            <a:spLocks noGrp="1"/>
          </p:cNvSpPr>
          <p:nvPr>
            <p:ph type="body" idx="26"/>
          </p:nvPr>
        </p:nvSpPr>
        <p:spPr>
          <a:xfrm>
            <a:off x="8742912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Stat Label"/>
          <p:cNvSpPr txBox="1">
            <a:spLocks noGrp="1"/>
          </p:cNvSpPr>
          <p:nvPr>
            <p:ph type="body" idx="27"/>
          </p:nvPr>
        </p:nvSpPr>
        <p:spPr>
          <a:xfrm>
            <a:off x="8742912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ontext Line"/>
          <p:cNvSpPr txBox="1">
            <a:spLocks noGrp="1"/>
          </p:cNvSpPr>
          <p:nvPr>
            <p:ph type="body" idx="40"/>
          </p:nvPr>
        </p:nvSpPr>
        <p:spPr>
          <a:xfrm>
            <a:off x="664684" y="4814316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– 4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4684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8005" y="2162556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ig Number"/>
          <p:cNvSpPr txBox="1">
            <a:spLocks noGrp="1"/>
          </p:cNvSpPr>
          <p:nvPr>
            <p:ph type="body" idx="20"/>
          </p:nvPr>
        </p:nvSpPr>
        <p:spPr>
          <a:xfrm>
            <a:off x="797988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tat Label"/>
          <p:cNvSpPr txBox="1">
            <a:spLocks noGrp="1"/>
          </p:cNvSpPr>
          <p:nvPr>
            <p:ph type="body" idx="21"/>
          </p:nvPr>
        </p:nvSpPr>
        <p:spPr>
          <a:xfrm>
            <a:off x="797988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2992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6313" y="2162556"/>
            <a:ext cx="2346152" cy="68580"/>
          </a:xfrm>
          <a:prstGeom prst="rect">
            <a:avLst/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ig Number"/>
          <p:cNvSpPr txBox="1">
            <a:spLocks noGrp="1"/>
          </p:cNvSpPr>
          <p:nvPr>
            <p:ph type="body" idx="22"/>
          </p:nvPr>
        </p:nvSpPr>
        <p:spPr>
          <a:xfrm>
            <a:off x="3446296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Stat Label"/>
          <p:cNvSpPr txBox="1">
            <a:spLocks noGrp="1"/>
          </p:cNvSpPr>
          <p:nvPr>
            <p:ph type="body" idx="23"/>
          </p:nvPr>
        </p:nvSpPr>
        <p:spPr>
          <a:xfrm>
            <a:off x="3446296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1300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14621" y="2162556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ig Number"/>
          <p:cNvSpPr txBox="1">
            <a:spLocks noGrp="1"/>
          </p:cNvSpPr>
          <p:nvPr>
            <p:ph type="body" idx="24"/>
          </p:nvPr>
        </p:nvSpPr>
        <p:spPr>
          <a:xfrm>
            <a:off x="6094604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Stat Label"/>
          <p:cNvSpPr txBox="1">
            <a:spLocks noGrp="1"/>
          </p:cNvSpPr>
          <p:nvPr>
            <p:ph type="body" idx="25"/>
          </p:nvPr>
        </p:nvSpPr>
        <p:spPr>
          <a:xfrm>
            <a:off x="6094604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9608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62929" y="2162556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ig Number"/>
          <p:cNvSpPr txBox="1">
            <a:spLocks noGrp="1"/>
          </p:cNvSpPr>
          <p:nvPr>
            <p:ph type="body" idx="26"/>
          </p:nvPr>
        </p:nvSpPr>
        <p:spPr>
          <a:xfrm>
            <a:off x="8742912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Stat Label"/>
          <p:cNvSpPr txBox="1">
            <a:spLocks noGrp="1"/>
          </p:cNvSpPr>
          <p:nvPr>
            <p:ph type="body" idx="27"/>
          </p:nvPr>
        </p:nvSpPr>
        <p:spPr>
          <a:xfrm>
            <a:off x="8742912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ontext Line"/>
          <p:cNvSpPr txBox="1">
            <a:spLocks noGrp="1"/>
          </p:cNvSpPr>
          <p:nvPr>
            <p:ph type="body" idx="40"/>
          </p:nvPr>
        </p:nvSpPr>
        <p:spPr>
          <a:xfrm>
            <a:off x="664684" y="4814316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– 4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800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hase + Timeframe"/>
          <p:cNvSpPr txBox="1">
            <a:spLocks noGrp="1"/>
          </p:cNvSpPr>
          <p:nvPr>
            <p:ph type="body" idx="20"/>
          </p:nvPr>
        </p:nvSpPr>
        <p:spPr>
          <a:xfrm>
            <a:off x="85130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Phase Milestones"/>
          <p:cNvSpPr txBox="1">
            <a:spLocks noGrp="1"/>
          </p:cNvSpPr>
          <p:nvPr>
            <p:ph type="body" idx="21"/>
          </p:nvPr>
        </p:nvSpPr>
        <p:spPr>
          <a:xfrm>
            <a:off x="762439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09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hase + Timeframe"/>
          <p:cNvSpPr txBox="1">
            <a:spLocks noGrp="1"/>
          </p:cNvSpPr>
          <p:nvPr>
            <p:ph type="body" idx="22"/>
          </p:nvPr>
        </p:nvSpPr>
        <p:spPr>
          <a:xfrm>
            <a:off x="347739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Phase Milestones"/>
          <p:cNvSpPr txBox="1">
            <a:spLocks noGrp="1"/>
          </p:cNvSpPr>
          <p:nvPr>
            <p:ph type="body" idx="23"/>
          </p:nvPr>
        </p:nvSpPr>
        <p:spPr>
          <a:xfrm>
            <a:off x="3388530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0186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hase + Timeframe"/>
          <p:cNvSpPr txBox="1">
            <a:spLocks noGrp="1"/>
          </p:cNvSpPr>
          <p:nvPr>
            <p:ph type="body" idx="24"/>
          </p:nvPr>
        </p:nvSpPr>
        <p:spPr>
          <a:xfrm>
            <a:off x="6103490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Phase Milestones"/>
          <p:cNvSpPr txBox="1">
            <a:spLocks noGrp="1"/>
          </p:cNvSpPr>
          <p:nvPr>
            <p:ph type="body" idx="25"/>
          </p:nvPr>
        </p:nvSpPr>
        <p:spPr>
          <a:xfrm>
            <a:off x="601462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6277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hase + Timeframe"/>
          <p:cNvSpPr txBox="1">
            <a:spLocks noGrp="1"/>
          </p:cNvSpPr>
          <p:nvPr>
            <p:ph type="body" idx="26"/>
          </p:nvPr>
        </p:nvSpPr>
        <p:spPr>
          <a:xfrm>
            <a:off x="8729581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Phase Milestones"/>
          <p:cNvSpPr txBox="1">
            <a:spLocks noGrp="1"/>
          </p:cNvSpPr>
          <p:nvPr>
            <p:ph type="body" idx="27"/>
          </p:nvPr>
        </p:nvSpPr>
        <p:spPr>
          <a:xfrm>
            <a:off x="864071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Note"/>
          <p:cNvSpPr txBox="1">
            <a:spLocks noGrp="1"/>
          </p:cNvSpPr>
          <p:nvPr>
            <p:ph type="body" idx="40"/>
          </p:nvPr>
        </p:nvSpPr>
        <p:spPr>
          <a:xfrm>
            <a:off x="718005" y="494690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– 4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800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hase + Timeframe"/>
          <p:cNvSpPr txBox="1">
            <a:spLocks noGrp="1"/>
          </p:cNvSpPr>
          <p:nvPr>
            <p:ph type="body" idx="20"/>
          </p:nvPr>
        </p:nvSpPr>
        <p:spPr>
          <a:xfrm>
            <a:off x="85130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Phase Milestones"/>
          <p:cNvSpPr txBox="1">
            <a:spLocks noGrp="1"/>
          </p:cNvSpPr>
          <p:nvPr>
            <p:ph type="body" idx="21"/>
          </p:nvPr>
        </p:nvSpPr>
        <p:spPr>
          <a:xfrm>
            <a:off x="762439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09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hase + Timeframe"/>
          <p:cNvSpPr txBox="1">
            <a:spLocks noGrp="1"/>
          </p:cNvSpPr>
          <p:nvPr>
            <p:ph type="body" idx="22"/>
          </p:nvPr>
        </p:nvSpPr>
        <p:spPr>
          <a:xfrm>
            <a:off x="347739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Phase Milestones"/>
          <p:cNvSpPr txBox="1">
            <a:spLocks noGrp="1"/>
          </p:cNvSpPr>
          <p:nvPr>
            <p:ph type="body" idx="23"/>
          </p:nvPr>
        </p:nvSpPr>
        <p:spPr>
          <a:xfrm>
            <a:off x="3388530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0186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hase + Timeframe"/>
          <p:cNvSpPr txBox="1">
            <a:spLocks noGrp="1"/>
          </p:cNvSpPr>
          <p:nvPr>
            <p:ph type="body" idx="24"/>
          </p:nvPr>
        </p:nvSpPr>
        <p:spPr>
          <a:xfrm>
            <a:off x="6103490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Phase Milestones"/>
          <p:cNvSpPr txBox="1">
            <a:spLocks noGrp="1"/>
          </p:cNvSpPr>
          <p:nvPr>
            <p:ph type="body" idx="25"/>
          </p:nvPr>
        </p:nvSpPr>
        <p:spPr>
          <a:xfrm>
            <a:off x="601462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6277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hase + Timeframe"/>
          <p:cNvSpPr txBox="1">
            <a:spLocks noGrp="1"/>
          </p:cNvSpPr>
          <p:nvPr>
            <p:ph type="body" idx="26"/>
          </p:nvPr>
        </p:nvSpPr>
        <p:spPr>
          <a:xfrm>
            <a:off x="8729581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Phase Milestones"/>
          <p:cNvSpPr txBox="1">
            <a:spLocks noGrp="1"/>
          </p:cNvSpPr>
          <p:nvPr>
            <p:ph type="body" idx="27"/>
          </p:nvPr>
        </p:nvSpPr>
        <p:spPr>
          <a:xfrm>
            <a:off x="864071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Note"/>
          <p:cNvSpPr txBox="1">
            <a:spLocks noGrp="1"/>
          </p:cNvSpPr>
          <p:nvPr>
            <p:ph type="body" idx="40"/>
          </p:nvPr>
        </p:nvSpPr>
        <p:spPr>
          <a:xfrm>
            <a:off x="718005" y="494690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6" y="841248"/>
            <a:ext cx="10913162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Chart"/>
          <p:cNvSpPr txBox="1">
            <a:spLocks noGrp="1"/>
          </p:cNvSpPr>
          <p:nvPr>
            <p:ph type="chart" idx="10"/>
          </p:nvPr>
        </p:nvSpPr>
        <p:spPr>
          <a:xfrm>
            <a:off x="718005" y="1417319"/>
            <a:ext cx="7136212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chart</a:t>
            </a:r>
            <a:endParaRPr dirty="0"/>
          </a:p>
        </p:txBody>
      </p:sp>
      <p:sp>
        <p:nvSpPr>
          <p:cNvPr id="6" name="Takeaway Kicker"/>
          <p:cNvSpPr txBox="1">
            <a:spLocks noGrp="1"/>
          </p:cNvSpPr>
          <p:nvPr>
            <p:ph type="body" idx="13"/>
          </p:nvPr>
        </p:nvSpPr>
        <p:spPr>
          <a:xfrm>
            <a:off x="8165261" y="1645920"/>
            <a:ext cx="346590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Takeaway Text"/>
          <p:cNvSpPr txBox="1">
            <a:spLocks noGrp="1"/>
          </p:cNvSpPr>
          <p:nvPr>
            <p:ph type="body" idx="14"/>
          </p:nvPr>
        </p:nvSpPr>
        <p:spPr>
          <a:xfrm>
            <a:off x="8165261" y="2057400"/>
            <a:ext cx="3465906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5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5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ource Line"/>
          <p:cNvSpPr txBox="1">
            <a:spLocks noGrp="1"/>
          </p:cNvSpPr>
          <p:nvPr>
            <p:ph type="body" idx="41"/>
          </p:nvPr>
        </p:nvSpPr>
        <p:spPr>
          <a:xfrm>
            <a:off x="718005" y="5623560"/>
            <a:ext cx="6958474" cy="3877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15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15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6" y="841248"/>
            <a:ext cx="10913162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Chart"/>
          <p:cNvSpPr txBox="1">
            <a:spLocks noGrp="1"/>
          </p:cNvSpPr>
          <p:nvPr>
            <p:ph type="chart" idx="10"/>
          </p:nvPr>
        </p:nvSpPr>
        <p:spPr>
          <a:xfrm>
            <a:off x="718005" y="1417319"/>
            <a:ext cx="7136212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chart</a:t>
            </a:r>
            <a:endParaRPr dirty="0"/>
          </a:p>
        </p:txBody>
      </p:sp>
      <p:sp>
        <p:nvSpPr>
          <p:cNvPr id="6" name="Takeaway Kicker"/>
          <p:cNvSpPr txBox="1">
            <a:spLocks noGrp="1"/>
          </p:cNvSpPr>
          <p:nvPr>
            <p:ph type="body" idx="13"/>
          </p:nvPr>
        </p:nvSpPr>
        <p:spPr>
          <a:xfrm>
            <a:off x="8165261" y="1645920"/>
            <a:ext cx="346590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Takeaway Text"/>
          <p:cNvSpPr txBox="1">
            <a:spLocks noGrp="1"/>
          </p:cNvSpPr>
          <p:nvPr>
            <p:ph type="body" idx="14"/>
          </p:nvPr>
        </p:nvSpPr>
        <p:spPr>
          <a:xfrm>
            <a:off x="8165261" y="2057400"/>
            <a:ext cx="3465906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5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5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ource Line"/>
          <p:cNvSpPr txBox="1">
            <a:spLocks noGrp="1"/>
          </p:cNvSpPr>
          <p:nvPr>
            <p:ph type="body" idx="41"/>
          </p:nvPr>
        </p:nvSpPr>
        <p:spPr>
          <a:xfrm>
            <a:off x="718005" y="5623560"/>
            <a:ext cx="6958474" cy="3877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15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15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Picture Placeholder 20"/>
          <p:cNvSpPr>
            <a:spLocks noGrp="1"/>
          </p:cNvSpPr>
          <p:nvPr>
            <p:ph type="pic" idx="20"/>
          </p:nvPr>
        </p:nvSpPr>
        <p:spPr>
          <a:xfrm>
            <a:off x="673571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21" name="Rounded Rectangle 920"/>
          <p:cNvSpPr/>
          <p:nvPr/>
        </p:nvSpPr>
        <p:spPr>
          <a:xfrm>
            <a:off x="3233009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Picture Placeholder 21"/>
          <p:cNvSpPr>
            <a:spLocks noGrp="1"/>
          </p:cNvSpPr>
          <p:nvPr>
            <p:ph type="pic" idx="21"/>
          </p:nvPr>
        </p:nvSpPr>
        <p:spPr>
          <a:xfrm>
            <a:off x="3339653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2" name="Rounded Rectangle 921"/>
          <p:cNvSpPr/>
          <p:nvPr/>
        </p:nvSpPr>
        <p:spPr>
          <a:xfrm>
            <a:off x="5899091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icture Placeholder 22"/>
          <p:cNvSpPr>
            <a:spLocks noGrp="1"/>
          </p:cNvSpPr>
          <p:nvPr>
            <p:ph type="pic" idx="22"/>
          </p:nvPr>
        </p:nvSpPr>
        <p:spPr>
          <a:xfrm>
            <a:off x="6005735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3" name="Rounded Rectangle 922"/>
          <p:cNvSpPr/>
          <p:nvPr/>
        </p:nvSpPr>
        <p:spPr>
          <a:xfrm>
            <a:off x="8565173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icture Placeholder 23"/>
          <p:cNvSpPr>
            <a:spLocks noGrp="1"/>
          </p:cNvSpPr>
          <p:nvPr>
            <p:ph type="pic" idx="23"/>
          </p:nvPr>
        </p:nvSpPr>
        <p:spPr>
          <a:xfrm>
            <a:off x="8671817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4" name="Rounded Rectangle 923"/>
          <p:cNvSpPr/>
          <p:nvPr/>
        </p:nvSpPr>
        <p:spPr>
          <a:xfrm>
            <a:off x="566928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cture Placeholder 24"/>
          <p:cNvSpPr>
            <a:spLocks noGrp="1"/>
          </p:cNvSpPr>
          <p:nvPr>
            <p:ph type="pic" idx="24"/>
          </p:nvPr>
        </p:nvSpPr>
        <p:spPr>
          <a:xfrm>
            <a:off x="673571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5" name="Rounded Rectangle 924"/>
          <p:cNvSpPr/>
          <p:nvPr/>
        </p:nvSpPr>
        <p:spPr>
          <a:xfrm>
            <a:off x="3233009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icture Placeholder 25"/>
          <p:cNvSpPr>
            <a:spLocks noGrp="1"/>
          </p:cNvSpPr>
          <p:nvPr>
            <p:ph type="pic" idx="25"/>
          </p:nvPr>
        </p:nvSpPr>
        <p:spPr>
          <a:xfrm>
            <a:off x="3339653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6" name="Rounded Rectangle 925"/>
          <p:cNvSpPr/>
          <p:nvPr/>
        </p:nvSpPr>
        <p:spPr>
          <a:xfrm>
            <a:off x="5899091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icture Placeholder 26"/>
          <p:cNvSpPr>
            <a:spLocks noGrp="1"/>
          </p:cNvSpPr>
          <p:nvPr>
            <p:ph type="pic" idx="26"/>
          </p:nvPr>
        </p:nvSpPr>
        <p:spPr>
          <a:xfrm>
            <a:off x="6005735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7" name="Rounded Rectangle 926"/>
          <p:cNvSpPr/>
          <p:nvPr/>
        </p:nvSpPr>
        <p:spPr>
          <a:xfrm>
            <a:off x="8565173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cture Placeholder 27"/>
          <p:cNvSpPr>
            <a:spLocks noGrp="1"/>
          </p:cNvSpPr>
          <p:nvPr>
            <p:ph type="pic" idx="27"/>
          </p:nvPr>
        </p:nvSpPr>
        <p:spPr>
          <a:xfrm>
            <a:off x="8671817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8" name="Optional Caption"/>
          <p:cNvSpPr txBox="1">
            <a:spLocks noGrp="1"/>
          </p:cNvSpPr>
          <p:nvPr>
            <p:ph type="body" idx="40"/>
          </p:nvPr>
        </p:nvSpPr>
        <p:spPr>
          <a:xfrm>
            <a:off x="566928" y="5029200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ctr"/>
            <a:r>
              <a:rPr lang="en-US" sz="14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Picture Placeholder 20"/>
          <p:cNvSpPr>
            <a:spLocks noGrp="1"/>
          </p:cNvSpPr>
          <p:nvPr>
            <p:ph type="pic" idx="20"/>
          </p:nvPr>
        </p:nvSpPr>
        <p:spPr>
          <a:xfrm>
            <a:off x="673571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21" name="Rounded Rectangle 920"/>
          <p:cNvSpPr/>
          <p:nvPr/>
        </p:nvSpPr>
        <p:spPr>
          <a:xfrm>
            <a:off x="3233009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Picture Placeholder 21"/>
          <p:cNvSpPr>
            <a:spLocks noGrp="1"/>
          </p:cNvSpPr>
          <p:nvPr>
            <p:ph type="pic" idx="21"/>
          </p:nvPr>
        </p:nvSpPr>
        <p:spPr>
          <a:xfrm>
            <a:off x="3339653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2" name="Rounded Rectangle 921"/>
          <p:cNvSpPr/>
          <p:nvPr/>
        </p:nvSpPr>
        <p:spPr>
          <a:xfrm>
            <a:off x="5899091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icture Placeholder 22"/>
          <p:cNvSpPr>
            <a:spLocks noGrp="1"/>
          </p:cNvSpPr>
          <p:nvPr>
            <p:ph type="pic" idx="22"/>
          </p:nvPr>
        </p:nvSpPr>
        <p:spPr>
          <a:xfrm>
            <a:off x="6005735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3" name="Rounded Rectangle 922"/>
          <p:cNvSpPr/>
          <p:nvPr/>
        </p:nvSpPr>
        <p:spPr>
          <a:xfrm>
            <a:off x="8565173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icture Placeholder 23"/>
          <p:cNvSpPr>
            <a:spLocks noGrp="1"/>
          </p:cNvSpPr>
          <p:nvPr>
            <p:ph type="pic" idx="23"/>
          </p:nvPr>
        </p:nvSpPr>
        <p:spPr>
          <a:xfrm>
            <a:off x="8671817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4" name="Rounded Rectangle 923"/>
          <p:cNvSpPr/>
          <p:nvPr/>
        </p:nvSpPr>
        <p:spPr>
          <a:xfrm>
            <a:off x="566928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cture Placeholder 24"/>
          <p:cNvSpPr>
            <a:spLocks noGrp="1"/>
          </p:cNvSpPr>
          <p:nvPr>
            <p:ph type="pic" idx="24"/>
          </p:nvPr>
        </p:nvSpPr>
        <p:spPr>
          <a:xfrm>
            <a:off x="673571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5" name="Rounded Rectangle 924"/>
          <p:cNvSpPr/>
          <p:nvPr/>
        </p:nvSpPr>
        <p:spPr>
          <a:xfrm>
            <a:off x="3233009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icture Placeholder 25"/>
          <p:cNvSpPr>
            <a:spLocks noGrp="1"/>
          </p:cNvSpPr>
          <p:nvPr>
            <p:ph type="pic" idx="25"/>
          </p:nvPr>
        </p:nvSpPr>
        <p:spPr>
          <a:xfrm>
            <a:off x="3339653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6" name="Rounded Rectangle 925"/>
          <p:cNvSpPr/>
          <p:nvPr/>
        </p:nvSpPr>
        <p:spPr>
          <a:xfrm>
            <a:off x="5899091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icture Placeholder 26"/>
          <p:cNvSpPr>
            <a:spLocks noGrp="1"/>
          </p:cNvSpPr>
          <p:nvPr>
            <p:ph type="pic" idx="26"/>
          </p:nvPr>
        </p:nvSpPr>
        <p:spPr>
          <a:xfrm>
            <a:off x="6005735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7" name="Rounded Rectangle 926"/>
          <p:cNvSpPr/>
          <p:nvPr/>
        </p:nvSpPr>
        <p:spPr>
          <a:xfrm>
            <a:off x="8565173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cture Placeholder 27"/>
          <p:cNvSpPr>
            <a:spLocks noGrp="1"/>
          </p:cNvSpPr>
          <p:nvPr>
            <p:ph type="pic" idx="27"/>
          </p:nvPr>
        </p:nvSpPr>
        <p:spPr>
          <a:xfrm>
            <a:off x="8671817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8" name="Optional Caption"/>
          <p:cNvSpPr txBox="1">
            <a:spLocks noGrp="1"/>
          </p:cNvSpPr>
          <p:nvPr>
            <p:ph type="body" idx="40"/>
          </p:nvPr>
        </p:nvSpPr>
        <p:spPr>
          <a:xfrm>
            <a:off x="566928" y="5029200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ctr"/>
            <a:r>
              <a:rPr lang="en-US" sz="14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9101" y="822960"/>
            <a:ext cx="17773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 dirty="0">
                <a:solidFill>
                  <a:srgbClr val="89C146"/>
                </a:solidFill>
                <a:latin typeface="Lato"/>
              </a:rPr>
              <a:t>“</a:t>
            </a:r>
          </a:p>
        </p:txBody>
      </p:sp>
      <p:sp>
        <p:nvSpPr>
          <p:cNvPr id="4" name="Quotation"/>
          <p:cNvSpPr txBox="1">
            <a:spLocks noGrp="1"/>
          </p:cNvSpPr>
          <p:nvPr>
            <p:ph type="body" idx="20"/>
          </p:nvPr>
        </p:nvSpPr>
        <p:spPr>
          <a:xfrm>
            <a:off x="1588926" y="1188720"/>
            <a:ext cx="868718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2500" b="0" i="1">
                <a:solidFill>
                  <a:srgbClr val="243C7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2500" b="0" i="1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ttribution Name"/>
          <p:cNvSpPr txBox="1">
            <a:spLocks noGrp="1"/>
          </p:cNvSpPr>
          <p:nvPr>
            <p:ph type="body" idx="21"/>
          </p:nvPr>
        </p:nvSpPr>
        <p:spPr>
          <a:xfrm>
            <a:off x="1588926" y="411480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Attribution Role"/>
          <p:cNvSpPr txBox="1">
            <a:spLocks noGrp="1"/>
          </p:cNvSpPr>
          <p:nvPr>
            <p:ph type="body" idx="22"/>
          </p:nvPr>
        </p:nvSpPr>
        <p:spPr>
          <a:xfrm>
            <a:off x="1588926" y="443484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40" name="Picture Placeholder 30"/>
          <p:cNvSpPr>
            <a:spLocks noGrp="1"/>
          </p:cNvSpPr>
          <p:nvPr>
            <p:ph type="pic" idx="30"/>
          </p:nvPr>
        </p:nvSpPr>
        <p:spPr>
          <a:xfrm>
            <a:off x="9130094" y="3337560"/>
            <a:ext cx="2132865" cy="2194560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5AD1E-1805-3382-1589-454EA43AB41D}"/>
              </a:ext>
            </a:extLst>
          </p:cNvPr>
          <p:cNvSpPr txBox="1"/>
          <p:nvPr userDrawn="1"/>
        </p:nvSpPr>
        <p:spPr>
          <a:xfrm>
            <a:off x="10345067" y="822960"/>
            <a:ext cx="1777387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2000" b="1" i="0" dirty="0">
                <a:solidFill>
                  <a:srgbClr val="89C146"/>
                </a:solidFill>
                <a:latin typeface="Lato"/>
              </a:rPr>
              <a:t>”</a:t>
            </a:r>
            <a:endParaRPr sz="12000" b="1" i="0" dirty="0">
              <a:solidFill>
                <a:srgbClr val="89C146"/>
              </a:solidFill>
              <a:latin typeface="Lato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9101" y="822960"/>
            <a:ext cx="17773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 dirty="0">
                <a:solidFill>
                  <a:srgbClr val="89C146"/>
                </a:solidFill>
                <a:latin typeface="Lato"/>
              </a:rPr>
              <a:t>“</a:t>
            </a:r>
          </a:p>
        </p:txBody>
      </p:sp>
      <p:sp>
        <p:nvSpPr>
          <p:cNvPr id="4" name="Quotation"/>
          <p:cNvSpPr txBox="1">
            <a:spLocks noGrp="1"/>
          </p:cNvSpPr>
          <p:nvPr>
            <p:ph type="body" idx="20"/>
          </p:nvPr>
        </p:nvSpPr>
        <p:spPr>
          <a:xfrm>
            <a:off x="1588926" y="1188720"/>
            <a:ext cx="868718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2500" b="0" i="1">
                <a:solidFill>
                  <a:srgbClr val="243C7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2500" b="0" i="1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ttribution Name"/>
          <p:cNvSpPr txBox="1">
            <a:spLocks noGrp="1"/>
          </p:cNvSpPr>
          <p:nvPr>
            <p:ph type="body" idx="21"/>
          </p:nvPr>
        </p:nvSpPr>
        <p:spPr>
          <a:xfrm>
            <a:off x="1588926" y="411480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Attribution Role"/>
          <p:cNvSpPr txBox="1">
            <a:spLocks noGrp="1"/>
          </p:cNvSpPr>
          <p:nvPr>
            <p:ph type="body" idx="22"/>
          </p:nvPr>
        </p:nvSpPr>
        <p:spPr>
          <a:xfrm>
            <a:off x="1588926" y="443484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40" name="Picture Placeholder 30"/>
          <p:cNvSpPr>
            <a:spLocks noGrp="1"/>
          </p:cNvSpPr>
          <p:nvPr>
            <p:ph type="pic" idx="30"/>
          </p:nvPr>
        </p:nvSpPr>
        <p:spPr>
          <a:xfrm>
            <a:off x="9130094" y="3337560"/>
            <a:ext cx="2132865" cy="2194560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5AD1E-1805-3382-1589-454EA43AB41D}"/>
              </a:ext>
            </a:extLst>
          </p:cNvPr>
          <p:cNvSpPr txBox="1"/>
          <p:nvPr userDrawn="1"/>
        </p:nvSpPr>
        <p:spPr>
          <a:xfrm>
            <a:off x="10345067" y="822960"/>
            <a:ext cx="1777387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2000" b="1" i="0" dirty="0">
                <a:solidFill>
                  <a:srgbClr val="89C146"/>
                </a:solidFill>
                <a:latin typeface="Lato"/>
              </a:rPr>
              <a:t>”</a:t>
            </a:r>
            <a:endParaRPr sz="12000" b="1" i="0" dirty="0">
              <a:solidFill>
                <a:srgbClr val="89C146"/>
              </a:solidFill>
              <a:latin typeface="Lat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18005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970" y="1773936"/>
            <a:ext cx="462120" cy="475488"/>
          </a:xfrm>
          <a:prstGeom prst="ellipse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970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7" name="Claim Text"/>
          <p:cNvSpPr txBox="1">
            <a:spLocks noGrp="1"/>
          </p:cNvSpPr>
          <p:nvPr>
            <p:ph type="body" idx="20"/>
          </p:nvPr>
        </p:nvSpPr>
        <p:spPr>
          <a:xfrm>
            <a:off x="1517830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491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456" y="1773936"/>
            <a:ext cx="462120" cy="475488"/>
          </a:xfrm>
          <a:prstGeom prst="ellipse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456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Claim Text"/>
          <p:cNvSpPr txBox="1">
            <a:spLocks noGrp="1"/>
          </p:cNvSpPr>
          <p:nvPr>
            <p:ph type="body" idx="21"/>
          </p:nvPr>
        </p:nvSpPr>
        <p:spPr>
          <a:xfrm>
            <a:off x="6903316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he Pivot Question"/>
          <p:cNvSpPr txBox="1">
            <a:spLocks noGrp="1"/>
          </p:cNvSpPr>
          <p:nvPr>
            <p:ph type="body" idx="22"/>
          </p:nvPr>
        </p:nvSpPr>
        <p:spPr>
          <a:xfrm>
            <a:off x="1322317" y="2834640"/>
            <a:ext cx="9509025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22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22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1011" y="3886200"/>
            <a:ext cx="7731636" cy="1051560"/>
          </a:xfrm>
          <a:prstGeom prst="roundRect">
            <a:avLst>
              <a:gd name="adj" fmla="val 18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Verdict Statement"/>
          <p:cNvSpPr txBox="1">
            <a:spLocks noGrp="1"/>
          </p:cNvSpPr>
          <p:nvPr>
            <p:ph type="body" idx="23"/>
          </p:nvPr>
        </p:nvSpPr>
        <p:spPr>
          <a:xfrm>
            <a:off x="2566489" y="4069080"/>
            <a:ext cx="702068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Footnote"/>
          <p:cNvSpPr txBox="1">
            <a:spLocks noGrp="1"/>
          </p:cNvSpPr>
          <p:nvPr>
            <p:ph type="body" idx="24"/>
          </p:nvPr>
        </p:nvSpPr>
        <p:spPr>
          <a:xfrm>
            <a:off x="1322317" y="5212080"/>
            <a:ext cx="950902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2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2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18005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970" y="1773936"/>
            <a:ext cx="462120" cy="475488"/>
          </a:xfrm>
          <a:prstGeom prst="ellipse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970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7" name="Claim Text"/>
          <p:cNvSpPr txBox="1">
            <a:spLocks noGrp="1"/>
          </p:cNvSpPr>
          <p:nvPr>
            <p:ph type="body" idx="20"/>
          </p:nvPr>
        </p:nvSpPr>
        <p:spPr>
          <a:xfrm>
            <a:off x="1517830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491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456" y="1773936"/>
            <a:ext cx="462120" cy="475488"/>
          </a:xfrm>
          <a:prstGeom prst="ellipse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456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Claim Text"/>
          <p:cNvSpPr txBox="1">
            <a:spLocks noGrp="1"/>
          </p:cNvSpPr>
          <p:nvPr>
            <p:ph type="body" idx="21"/>
          </p:nvPr>
        </p:nvSpPr>
        <p:spPr>
          <a:xfrm>
            <a:off x="6903316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he Pivot Question"/>
          <p:cNvSpPr txBox="1">
            <a:spLocks noGrp="1"/>
          </p:cNvSpPr>
          <p:nvPr>
            <p:ph type="body" idx="22"/>
          </p:nvPr>
        </p:nvSpPr>
        <p:spPr>
          <a:xfrm>
            <a:off x="1322317" y="2834640"/>
            <a:ext cx="9509025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22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22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1011" y="3886200"/>
            <a:ext cx="7731636" cy="1051560"/>
          </a:xfrm>
          <a:prstGeom prst="roundRect">
            <a:avLst>
              <a:gd name="adj" fmla="val 18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Verdict Statement"/>
          <p:cNvSpPr txBox="1">
            <a:spLocks noGrp="1"/>
          </p:cNvSpPr>
          <p:nvPr>
            <p:ph type="body" idx="23"/>
          </p:nvPr>
        </p:nvSpPr>
        <p:spPr>
          <a:xfrm>
            <a:off x="2566489" y="4069080"/>
            <a:ext cx="702068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Footnote"/>
          <p:cNvSpPr txBox="1">
            <a:spLocks noGrp="1"/>
          </p:cNvSpPr>
          <p:nvPr>
            <p:ph type="body" idx="24"/>
          </p:nvPr>
        </p:nvSpPr>
        <p:spPr>
          <a:xfrm>
            <a:off x="1322317" y="5212080"/>
            <a:ext cx="950902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2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2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Client Line"/>
          <p:cNvSpPr txBox="1">
            <a:spLocks noGrp="1"/>
          </p:cNvSpPr>
          <p:nvPr>
            <p:ph type="body" idx="13"/>
          </p:nvPr>
        </p:nvSpPr>
        <p:spPr>
          <a:xfrm>
            <a:off x="718005" y="1316736"/>
            <a:ext cx="1066432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50" b="0" i="1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5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8005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327" y="1828800"/>
            <a:ext cx="338888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5744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84B9A"/>
                </a:solidFill>
                <a:latin typeface="Lato"/>
              </a:rPr>
              <a:t>CHALLENGE</a:t>
            </a:r>
          </a:p>
        </p:txBody>
      </p:sp>
      <p:sp>
        <p:nvSpPr>
          <p:cNvPr id="8" name="Challenge Text"/>
          <p:cNvSpPr txBox="1">
            <a:spLocks noGrp="1"/>
          </p:cNvSpPr>
          <p:nvPr>
            <p:ph type="body" idx="20"/>
          </p:nvPr>
        </p:nvSpPr>
        <p:spPr>
          <a:xfrm>
            <a:off x="895744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5709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9030" y="1828800"/>
            <a:ext cx="338888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3447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39E46"/>
                </a:solidFill>
                <a:latin typeface="Lato"/>
              </a:rPr>
              <a:t>APPROACH</a:t>
            </a:r>
          </a:p>
        </p:txBody>
      </p:sp>
      <p:sp>
        <p:nvSpPr>
          <p:cNvPr id="12" name="Approach Text"/>
          <p:cNvSpPr txBox="1">
            <a:spLocks noGrp="1"/>
          </p:cNvSpPr>
          <p:nvPr>
            <p:ph type="body" idx="21"/>
          </p:nvPr>
        </p:nvSpPr>
        <p:spPr>
          <a:xfrm>
            <a:off x="4613447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12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06733" y="1828800"/>
            <a:ext cx="338888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1151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15927"/>
                </a:solidFill>
                <a:latin typeface="Lato"/>
              </a:rPr>
              <a:t>OUTCOME</a:t>
            </a:r>
          </a:p>
        </p:txBody>
      </p:sp>
      <p:sp>
        <p:nvSpPr>
          <p:cNvPr id="16" name="Outcome Text"/>
          <p:cNvSpPr txBox="1">
            <a:spLocks noGrp="1"/>
          </p:cNvSpPr>
          <p:nvPr>
            <p:ph type="body" idx="22"/>
          </p:nvPr>
        </p:nvSpPr>
        <p:spPr>
          <a:xfrm>
            <a:off x="8331151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Headline Result"/>
          <p:cNvSpPr txBox="1">
            <a:spLocks noGrp="1"/>
          </p:cNvSpPr>
          <p:nvPr>
            <p:ph type="body" idx="40"/>
          </p:nvPr>
        </p:nvSpPr>
        <p:spPr>
          <a:xfrm>
            <a:off x="718005" y="4892040"/>
            <a:ext cx="10930935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Client Line"/>
          <p:cNvSpPr txBox="1">
            <a:spLocks noGrp="1"/>
          </p:cNvSpPr>
          <p:nvPr>
            <p:ph type="body" idx="13"/>
          </p:nvPr>
        </p:nvSpPr>
        <p:spPr>
          <a:xfrm>
            <a:off x="718005" y="1316736"/>
            <a:ext cx="1066432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50" b="0" i="1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5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8005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327" y="1828800"/>
            <a:ext cx="338888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5744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84B9A"/>
                </a:solidFill>
                <a:latin typeface="Lato"/>
              </a:rPr>
              <a:t>CHALLENGE</a:t>
            </a:r>
          </a:p>
        </p:txBody>
      </p:sp>
      <p:sp>
        <p:nvSpPr>
          <p:cNvPr id="8" name="Challenge Text"/>
          <p:cNvSpPr txBox="1">
            <a:spLocks noGrp="1"/>
          </p:cNvSpPr>
          <p:nvPr>
            <p:ph type="body" idx="20"/>
          </p:nvPr>
        </p:nvSpPr>
        <p:spPr>
          <a:xfrm>
            <a:off x="895744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5709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9030" y="1828800"/>
            <a:ext cx="338888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3447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39E46"/>
                </a:solidFill>
                <a:latin typeface="Lato"/>
              </a:rPr>
              <a:t>APPROACH</a:t>
            </a:r>
          </a:p>
        </p:txBody>
      </p:sp>
      <p:sp>
        <p:nvSpPr>
          <p:cNvPr id="12" name="Approach Text"/>
          <p:cNvSpPr txBox="1">
            <a:spLocks noGrp="1"/>
          </p:cNvSpPr>
          <p:nvPr>
            <p:ph type="body" idx="21"/>
          </p:nvPr>
        </p:nvSpPr>
        <p:spPr>
          <a:xfrm>
            <a:off x="4613447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12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06733" y="1828800"/>
            <a:ext cx="338888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1151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15927"/>
                </a:solidFill>
                <a:latin typeface="Lato"/>
              </a:rPr>
              <a:t>OUTCOME</a:t>
            </a:r>
          </a:p>
        </p:txBody>
      </p:sp>
      <p:sp>
        <p:nvSpPr>
          <p:cNvPr id="16" name="Outcome Text"/>
          <p:cNvSpPr txBox="1">
            <a:spLocks noGrp="1"/>
          </p:cNvSpPr>
          <p:nvPr>
            <p:ph type="body" idx="22"/>
          </p:nvPr>
        </p:nvSpPr>
        <p:spPr>
          <a:xfrm>
            <a:off x="8331151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Headline Result"/>
          <p:cNvSpPr txBox="1">
            <a:spLocks noGrp="1"/>
          </p:cNvSpPr>
          <p:nvPr>
            <p:ph type="body" idx="40"/>
          </p:nvPr>
        </p:nvSpPr>
        <p:spPr>
          <a:xfrm>
            <a:off x="718005" y="4892040"/>
            <a:ext cx="10930935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chemeClr val="accent2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Question"/>
          <p:cNvSpPr txBox="1">
            <a:spLocks noGrp="1"/>
          </p:cNvSpPr>
          <p:nvPr>
            <p:ph type="body" idx="20"/>
          </p:nvPr>
        </p:nvSpPr>
        <p:spPr>
          <a:xfrm>
            <a:off x="718005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nswer"/>
          <p:cNvSpPr txBox="1">
            <a:spLocks noGrp="1"/>
          </p:cNvSpPr>
          <p:nvPr>
            <p:ph type="body" idx="21"/>
          </p:nvPr>
        </p:nvSpPr>
        <p:spPr>
          <a:xfrm>
            <a:off x="718005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Question"/>
          <p:cNvSpPr txBox="1">
            <a:spLocks noGrp="1"/>
          </p:cNvSpPr>
          <p:nvPr>
            <p:ph type="body" idx="22"/>
          </p:nvPr>
        </p:nvSpPr>
        <p:spPr>
          <a:xfrm>
            <a:off x="6103491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Answer"/>
          <p:cNvSpPr txBox="1">
            <a:spLocks noGrp="1"/>
          </p:cNvSpPr>
          <p:nvPr>
            <p:ph type="body" idx="23"/>
          </p:nvPr>
        </p:nvSpPr>
        <p:spPr>
          <a:xfrm>
            <a:off x="6103491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Question"/>
          <p:cNvSpPr txBox="1">
            <a:spLocks noGrp="1"/>
          </p:cNvSpPr>
          <p:nvPr>
            <p:ph type="body" idx="24"/>
          </p:nvPr>
        </p:nvSpPr>
        <p:spPr>
          <a:xfrm>
            <a:off x="718005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Answer"/>
          <p:cNvSpPr txBox="1">
            <a:spLocks noGrp="1"/>
          </p:cNvSpPr>
          <p:nvPr>
            <p:ph type="body" idx="25"/>
          </p:nvPr>
        </p:nvSpPr>
        <p:spPr>
          <a:xfrm>
            <a:off x="718005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estion"/>
          <p:cNvSpPr txBox="1">
            <a:spLocks noGrp="1"/>
          </p:cNvSpPr>
          <p:nvPr>
            <p:ph type="body" idx="26"/>
          </p:nvPr>
        </p:nvSpPr>
        <p:spPr>
          <a:xfrm>
            <a:off x="6103491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Answer"/>
          <p:cNvSpPr txBox="1">
            <a:spLocks noGrp="1"/>
          </p:cNvSpPr>
          <p:nvPr>
            <p:ph type="body" idx="27"/>
          </p:nvPr>
        </p:nvSpPr>
        <p:spPr>
          <a:xfrm>
            <a:off x="6103491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chemeClr val="accent2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Question"/>
          <p:cNvSpPr txBox="1">
            <a:spLocks noGrp="1"/>
          </p:cNvSpPr>
          <p:nvPr>
            <p:ph type="body" idx="20"/>
          </p:nvPr>
        </p:nvSpPr>
        <p:spPr>
          <a:xfrm>
            <a:off x="718005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nswer"/>
          <p:cNvSpPr txBox="1">
            <a:spLocks noGrp="1"/>
          </p:cNvSpPr>
          <p:nvPr>
            <p:ph type="body" idx="21"/>
          </p:nvPr>
        </p:nvSpPr>
        <p:spPr>
          <a:xfrm>
            <a:off x="718005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Question"/>
          <p:cNvSpPr txBox="1">
            <a:spLocks noGrp="1"/>
          </p:cNvSpPr>
          <p:nvPr>
            <p:ph type="body" idx="22"/>
          </p:nvPr>
        </p:nvSpPr>
        <p:spPr>
          <a:xfrm>
            <a:off x="6103491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Answer"/>
          <p:cNvSpPr txBox="1">
            <a:spLocks noGrp="1"/>
          </p:cNvSpPr>
          <p:nvPr>
            <p:ph type="body" idx="23"/>
          </p:nvPr>
        </p:nvSpPr>
        <p:spPr>
          <a:xfrm>
            <a:off x="6103491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Question"/>
          <p:cNvSpPr txBox="1">
            <a:spLocks noGrp="1"/>
          </p:cNvSpPr>
          <p:nvPr>
            <p:ph type="body" idx="24"/>
          </p:nvPr>
        </p:nvSpPr>
        <p:spPr>
          <a:xfrm>
            <a:off x="718005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Answer"/>
          <p:cNvSpPr txBox="1">
            <a:spLocks noGrp="1"/>
          </p:cNvSpPr>
          <p:nvPr>
            <p:ph type="body" idx="25"/>
          </p:nvPr>
        </p:nvSpPr>
        <p:spPr>
          <a:xfrm>
            <a:off x="718005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estion"/>
          <p:cNvSpPr txBox="1">
            <a:spLocks noGrp="1"/>
          </p:cNvSpPr>
          <p:nvPr>
            <p:ph type="body" idx="26"/>
          </p:nvPr>
        </p:nvSpPr>
        <p:spPr>
          <a:xfrm>
            <a:off x="6103491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Answer"/>
          <p:cNvSpPr txBox="1">
            <a:spLocks noGrp="1"/>
          </p:cNvSpPr>
          <p:nvPr>
            <p:ph type="body" idx="27"/>
          </p:nvPr>
        </p:nvSpPr>
        <p:spPr>
          <a:xfrm>
            <a:off x="6103491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04" name="Connector"/>
          <p:cNvSpPr/>
          <p:nvPr/>
        </p:nvSpPr>
        <p:spPr>
          <a:xfrm>
            <a:off x="9658267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3" name="Connector"/>
          <p:cNvSpPr/>
          <p:nvPr/>
        </p:nvSpPr>
        <p:spPr>
          <a:xfrm>
            <a:off x="6103491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2" name="Connector"/>
          <p:cNvSpPr/>
          <p:nvPr/>
        </p:nvSpPr>
        <p:spPr>
          <a:xfrm>
            <a:off x="2548715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1" name="Connector"/>
          <p:cNvSpPr/>
          <p:nvPr/>
        </p:nvSpPr>
        <p:spPr>
          <a:xfrm>
            <a:off x="2548715" y="2542032"/>
            <a:ext cx="7136211" cy="2743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0" name="Connector"/>
          <p:cNvSpPr/>
          <p:nvPr/>
        </p:nvSpPr>
        <p:spPr>
          <a:xfrm>
            <a:off x="6103491" y="2240280"/>
            <a:ext cx="26660" cy="30175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0485" y="1600200"/>
            <a:ext cx="3021559" cy="64008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op Role"/>
          <p:cNvSpPr txBox="1">
            <a:spLocks noGrp="1"/>
          </p:cNvSpPr>
          <p:nvPr>
            <p:ph type="body" idx="20"/>
          </p:nvPr>
        </p:nvSpPr>
        <p:spPr>
          <a:xfrm>
            <a:off x="4699354" y="1755648"/>
            <a:ext cx="28438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709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orkstream Lead"/>
          <p:cNvSpPr txBox="1">
            <a:spLocks noGrp="1"/>
          </p:cNvSpPr>
          <p:nvPr>
            <p:ph type="body" idx="21"/>
          </p:nvPr>
        </p:nvSpPr>
        <p:spPr>
          <a:xfrm>
            <a:off x="1144579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Team Under Lead"/>
          <p:cNvSpPr txBox="1">
            <a:spLocks noGrp="1"/>
          </p:cNvSpPr>
          <p:nvPr>
            <p:ph type="body" idx="24"/>
          </p:nvPr>
        </p:nvSpPr>
        <p:spPr>
          <a:xfrm>
            <a:off x="1055709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0485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orkstream Lead"/>
          <p:cNvSpPr txBox="1">
            <a:spLocks noGrp="1"/>
          </p:cNvSpPr>
          <p:nvPr>
            <p:ph type="body" idx="22"/>
          </p:nvPr>
        </p:nvSpPr>
        <p:spPr>
          <a:xfrm>
            <a:off x="4699354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eam Under Lead"/>
          <p:cNvSpPr txBox="1">
            <a:spLocks noGrp="1"/>
          </p:cNvSpPr>
          <p:nvPr>
            <p:ph type="body" idx="25"/>
          </p:nvPr>
        </p:nvSpPr>
        <p:spPr>
          <a:xfrm>
            <a:off x="4610485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261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orkstream Lead"/>
          <p:cNvSpPr txBox="1">
            <a:spLocks noGrp="1"/>
          </p:cNvSpPr>
          <p:nvPr>
            <p:ph type="body" idx="23"/>
          </p:nvPr>
        </p:nvSpPr>
        <p:spPr>
          <a:xfrm>
            <a:off x="8254130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am Under Lead"/>
          <p:cNvSpPr txBox="1">
            <a:spLocks noGrp="1"/>
          </p:cNvSpPr>
          <p:nvPr>
            <p:ph type="body" idx="26"/>
          </p:nvPr>
        </p:nvSpPr>
        <p:spPr>
          <a:xfrm>
            <a:off x="8165261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Note"/>
          <p:cNvSpPr txBox="1">
            <a:spLocks noGrp="1"/>
          </p:cNvSpPr>
          <p:nvPr>
            <p:ph type="body" idx="40"/>
          </p:nvPr>
        </p:nvSpPr>
        <p:spPr>
          <a:xfrm>
            <a:off x="718005" y="5120640"/>
            <a:ext cx="1093093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04" name="Connector"/>
          <p:cNvSpPr/>
          <p:nvPr/>
        </p:nvSpPr>
        <p:spPr>
          <a:xfrm>
            <a:off x="9658267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3" name="Connector"/>
          <p:cNvSpPr/>
          <p:nvPr/>
        </p:nvSpPr>
        <p:spPr>
          <a:xfrm>
            <a:off x="6103491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2" name="Connector"/>
          <p:cNvSpPr/>
          <p:nvPr/>
        </p:nvSpPr>
        <p:spPr>
          <a:xfrm>
            <a:off x="2548715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1" name="Connector"/>
          <p:cNvSpPr/>
          <p:nvPr/>
        </p:nvSpPr>
        <p:spPr>
          <a:xfrm>
            <a:off x="2548715" y="2542032"/>
            <a:ext cx="7136211" cy="2743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0" name="Connector"/>
          <p:cNvSpPr/>
          <p:nvPr/>
        </p:nvSpPr>
        <p:spPr>
          <a:xfrm>
            <a:off x="6103491" y="2240280"/>
            <a:ext cx="26660" cy="30175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0485" y="1600200"/>
            <a:ext cx="3021559" cy="64008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op Role"/>
          <p:cNvSpPr txBox="1">
            <a:spLocks noGrp="1"/>
          </p:cNvSpPr>
          <p:nvPr>
            <p:ph type="body" idx="20"/>
          </p:nvPr>
        </p:nvSpPr>
        <p:spPr>
          <a:xfrm>
            <a:off x="4699354" y="1755648"/>
            <a:ext cx="28438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709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orkstream Lead"/>
          <p:cNvSpPr txBox="1">
            <a:spLocks noGrp="1"/>
          </p:cNvSpPr>
          <p:nvPr>
            <p:ph type="body" idx="21"/>
          </p:nvPr>
        </p:nvSpPr>
        <p:spPr>
          <a:xfrm>
            <a:off x="1144579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Team Under Lead"/>
          <p:cNvSpPr txBox="1">
            <a:spLocks noGrp="1"/>
          </p:cNvSpPr>
          <p:nvPr>
            <p:ph type="body" idx="24"/>
          </p:nvPr>
        </p:nvSpPr>
        <p:spPr>
          <a:xfrm>
            <a:off x="1055709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0485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orkstream Lead"/>
          <p:cNvSpPr txBox="1">
            <a:spLocks noGrp="1"/>
          </p:cNvSpPr>
          <p:nvPr>
            <p:ph type="body" idx="22"/>
          </p:nvPr>
        </p:nvSpPr>
        <p:spPr>
          <a:xfrm>
            <a:off x="4699354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eam Under Lead"/>
          <p:cNvSpPr txBox="1">
            <a:spLocks noGrp="1"/>
          </p:cNvSpPr>
          <p:nvPr>
            <p:ph type="body" idx="25"/>
          </p:nvPr>
        </p:nvSpPr>
        <p:spPr>
          <a:xfrm>
            <a:off x="4610485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261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orkstream Lead"/>
          <p:cNvSpPr txBox="1">
            <a:spLocks noGrp="1"/>
          </p:cNvSpPr>
          <p:nvPr>
            <p:ph type="body" idx="23"/>
          </p:nvPr>
        </p:nvSpPr>
        <p:spPr>
          <a:xfrm>
            <a:off x="8254130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am Under Lead"/>
          <p:cNvSpPr txBox="1">
            <a:spLocks noGrp="1"/>
          </p:cNvSpPr>
          <p:nvPr>
            <p:ph type="body" idx="26"/>
          </p:nvPr>
        </p:nvSpPr>
        <p:spPr>
          <a:xfrm>
            <a:off x="8165261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Note"/>
          <p:cNvSpPr txBox="1">
            <a:spLocks noGrp="1"/>
          </p:cNvSpPr>
          <p:nvPr>
            <p:ph type="body" idx="40"/>
          </p:nvPr>
        </p:nvSpPr>
        <p:spPr>
          <a:xfrm>
            <a:off x="718005" y="5120640"/>
            <a:ext cx="1093093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11" name="Connector"/>
          <p:cNvSpPr/>
          <p:nvPr/>
        </p:nvSpPr>
        <p:spPr>
          <a:xfrm>
            <a:off x="6147926" y="1691640"/>
            <a:ext cx="31104" cy="3566160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0" name="Connector"/>
          <p:cNvSpPr/>
          <p:nvPr/>
        </p:nvSpPr>
        <p:spPr>
          <a:xfrm>
            <a:off x="966840" y="3474720"/>
            <a:ext cx="10397719" cy="32004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646554" cy="4434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6" name="Vertical Axis Label"/>
          <p:cNvSpPr txBox="1">
            <a:spLocks noGrp="1"/>
          </p:cNvSpPr>
          <p:nvPr>
            <p:ph type="body" idx="30"/>
          </p:nvPr>
        </p:nvSpPr>
        <p:spPr>
          <a:xfrm>
            <a:off x="4166138" y="1389888"/>
            <a:ext cx="399912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Horizontal Axis Label"/>
          <p:cNvSpPr txBox="1">
            <a:spLocks noGrp="1"/>
          </p:cNvSpPr>
          <p:nvPr>
            <p:ph type="body" idx="31"/>
          </p:nvPr>
        </p:nvSpPr>
        <p:spPr>
          <a:xfrm>
            <a:off x="9676041" y="5390388"/>
            <a:ext cx="168851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840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Quadrant Title"/>
          <p:cNvSpPr txBox="1">
            <a:spLocks noGrp="1"/>
          </p:cNvSpPr>
          <p:nvPr>
            <p:ph type="body" idx="20"/>
          </p:nvPr>
        </p:nvSpPr>
        <p:spPr>
          <a:xfrm>
            <a:off x="1189013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adrant Items"/>
          <p:cNvSpPr txBox="1">
            <a:spLocks noGrp="1"/>
          </p:cNvSpPr>
          <p:nvPr>
            <p:ph type="body" idx="21"/>
          </p:nvPr>
        </p:nvSpPr>
        <p:spPr>
          <a:xfrm>
            <a:off x="1189013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3438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Quadrant Title"/>
          <p:cNvSpPr txBox="1">
            <a:spLocks noGrp="1"/>
          </p:cNvSpPr>
          <p:nvPr>
            <p:ph type="body" idx="22"/>
          </p:nvPr>
        </p:nvSpPr>
        <p:spPr>
          <a:xfrm>
            <a:off x="6565612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Quadrant Items"/>
          <p:cNvSpPr txBox="1">
            <a:spLocks noGrp="1"/>
          </p:cNvSpPr>
          <p:nvPr>
            <p:ph type="body" idx="23"/>
          </p:nvPr>
        </p:nvSpPr>
        <p:spPr>
          <a:xfrm>
            <a:off x="6565612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840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Quadrant Title"/>
          <p:cNvSpPr txBox="1">
            <a:spLocks noGrp="1"/>
          </p:cNvSpPr>
          <p:nvPr>
            <p:ph type="body" idx="24"/>
          </p:nvPr>
        </p:nvSpPr>
        <p:spPr>
          <a:xfrm>
            <a:off x="1189013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Quadrant Items"/>
          <p:cNvSpPr txBox="1">
            <a:spLocks noGrp="1"/>
          </p:cNvSpPr>
          <p:nvPr>
            <p:ph type="body" idx="25"/>
          </p:nvPr>
        </p:nvSpPr>
        <p:spPr>
          <a:xfrm>
            <a:off x="1189013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3438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FD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Quadrant Title"/>
          <p:cNvSpPr txBox="1">
            <a:spLocks noGrp="1"/>
          </p:cNvSpPr>
          <p:nvPr>
            <p:ph type="body" idx="26"/>
          </p:nvPr>
        </p:nvSpPr>
        <p:spPr>
          <a:xfrm>
            <a:off x="6565612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Quadrant Items"/>
          <p:cNvSpPr txBox="1">
            <a:spLocks noGrp="1"/>
          </p:cNvSpPr>
          <p:nvPr>
            <p:ph type="body" idx="27"/>
          </p:nvPr>
        </p:nvSpPr>
        <p:spPr>
          <a:xfrm>
            <a:off x="6565612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11" name="Connector"/>
          <p:cNvSpPr/>
          <p:nvPr/>
        </p:nvSpPr>
        <p:spPr>
          <a:xfrm>
            <a:off x="6147926" y="1691640"/>
            <a:ext cx="31104" cy="3566160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0" name="Connector"/>
          <p:cNvSpPr/>
          <p:nvPr/>
        </p:nvSpPr>
        <p:spPr>
          <a:xfrm>
            <a:off x="966840" y="3474720"/>
            <a:ext cx="10397719" cy="32004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646554" cy="4434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6" name="Vertical Axis Label"/>
          <p:cNvSpPr txBox="1">
            <a:spLocks noGrp="1"/>
          </p:cNvSpPr>
          <p:nvPr>
            <p:ph type="body" idx="30"/>
          </p:nvPr>
        </p:nvSpPr>
        <p:spPr>
          <a:xfrm>
            <a:off x="4166138" y="1389888"/>
            <a:ext cx="399912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Horizontal Axis Label"/>
          <p:cNvSpPr txBox="1">
            <a:spLocks noGrp="1"/>
          </p:cNvSpPr>
          <p:nvPr>
            <p:ph type="body" idx="31"/>
          </p:nvPr>
        </p:nvSpPr>
        <p:spPr>
          <a:xfrm>
            <a:off x="9676041" y="5390388"/>
            <a:ext cx="168851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840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Quadrant Title"/>
          <p:cNvSpPr txBox="1">
            <a:spLocks noGrp="1"/>
          </p:cNvSpPr>
          <p:nvPr>
            <p:ph type="body" idx="20"/>
          </p:nvPr>
        </p:nvSpPr>
        <p:spPr>
          <a:xfrm>
            <a:off x="1189013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adrant Items"/>
          <p:cNvSpPr txBox="1">
            <a:spLocks noGrp="1"/>
          </p:cNvSpPr>
          <p:nvPr>
            <p:ph type="body" idx="21"/>
          </p:nvPr>
        </p:nvSpPr>
        <p:spPr>
          <a:xfrm>
            <a:off x="1189013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3438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Quadrant Title"/>
          <p:cNvSpPr txBox="1">
            <a:spLocks noGrp="1"/>
          </p:cNvSpPr>
          <p:nvPr>
            <p:ph type="body" idx="22"/>
          </p:nvPr>
        </p:nvSpPr>
        <p:spPr>
          <a:xfrm>
            <a:off x="6565612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Quadrant Items"/>
          <p:cNvSpPr txBox="1">
            <a:spLocks noGrp="1"/>
          </p:cNvSpPr>
          <p:nvPr>
            <p:ph type="body" idx="23"/>
          </p:nvPr>
        </p:nvSpPr>
        <p:spPr>
          <a:xfrm>
            <a:off x="6565612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840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Quadrant Title"/>
          <p:cNvSpPr txBox="1">
            <a:spLocks noGrp="1"/>
          </p:cNvSpPr>
          <p:nvPr>
            <p:ph type="body" idx="24"/>
          </p:nvPr>
        </p:nvSpPr>
        <p:spPr>
          <a:xfrm>
            <a:off x="1189013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Quadrant Items"/>
          <p:cNvSpPr txBox="1">
            <a:spLocks noGrp="1"/>
          </p:cNvSpPr>
          <p:nvPr>
            <p:ph type="body" idx="25"/>
          </p:nvPr>
        </p:nvSpPr>
        <p:spPr>
          <a:xfrm>
            <a:off x="1189013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3438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FD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Quadrant Title"/>
          <p:cNvSpPr txBox="1">
            <a:spLocks noGrp="1"/>
          </p:cNvSpPr>
          <p:nvPr>
            <p:ph type="body" idx="26"/>
          </p:nvPr>
        </p:nvSpPr>
        <p:spPr>
          <a:xfrm>
            <a:off x="6565612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Quadrant Items"/>
          <p:cNvSpPr txBox="1">
            <a:spLocks noGrp="1"/>
          </p:cNvSpPr>
          <p:nvPr>
            <p:ph type="body" idx="27"/>
          </p:nvPr>
        </p:nvSpPr>
        <p:spPr>
          <a:xfrm>
            <a:off x="6565612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94ED4-F3F8-EEA1-6C64-C4CB67F9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5088-0F6F-DE64-FE00-421D0498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0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00}" type="slidenum">
              <a:rPr lang="en-ZA" smtClean="0"/>
              <a:t>‹#›</a:t>
            </a:fld>
            <a:endParaRPr lang="en-ZA"/>
          </a:p>
        </p:txBody>
      </p:sp>
      <p:sp>
        <p:nvSpPr>
          <p:cNvPr id="80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506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56" r:id="rId2"/>
    <p:sldLayoutId id="2147483759" r:id="rId5"/>
    <p:sldLayoutId id="2147483661" r:id="rId6"/>
    <p:sldLayoutId id="2147483650" r:id="rId7"/>
    <p:sldLayoutId id="2147483652" r:id="rId10"/>
    <p:sldLayoutId id="2147483653" r:id="rId11"/>
    <p:sldLayoutId id="2147483654" r:id="rId12"/>
    <p:sldLayoutId id="2147483655" r:id="rId13"/>
    <p:sldLayoutId id="2147483674" r:id="rId14"/>
    <p:sldLayoutId id="2147483708" r:id="rId15"/>
    <p:sldLayoutId id="2147483678" r:id="rId18"/>
    <p:sldLayoutId id="2147483716" r:id="rId20"/>
    <p:sldLayoutId id="2147483732" r:id="rId23"/>
    <p:sldLayoutId id="2147483710" r:id="rId24"/>
    <p:sldLayoutId id="2147483713" r:id="rId27"/>
    <p:sldLayoutId id="2147483755" r:id="rId28"/>
    <p:sldLayoutId id="2147483737" r:id="rId29"/>
    <p:sldLayoutId id="2147483739" r:id="rId31"/>
    <p:sldLayoutId id="2147483740" r:id="rId32"/>
    <p:sldLayoutId id="2147483752" r:id="rId34"/>
    <p:sldLayoutId id="2147483754" r:id="rId36"/>
    <p:sldLayoutId id="2147483746" r:id="rId37"/>
    <p:sldLayoutId id="2147483718" r:id="rId38"/>
    <p:sldLayoutId id="2147483760" r:id="rId39"/>
    <p:sldLayoutId id="2147483761" r:id="rId40"/>
    <p:sldLayoutId id="2147483762" r:id="rId41"/>
    <p:sldLayoutId id="2147483763" r:id="rId42"/>
    <p:sldLayoutId id="2147483764" r:id="rId43"/>
    <p:sldLayoutId id="2147483765" r:id="rId44"/>
    <p:sldLayoutId id="2147483766" r:id="rId45"/>
    <p:sldLayoutId id="2147483767" r:id="rId46"/>
    <p:sldLayoutId id="2147483768" r:id="rId47"/>
    <p:sldLayoutId id="2147483769" r:id="rId48"/>
    <p:sldLayoutId id="2147483770" r:id="rId49"/>
    <p:sldLayoutId id="2147483771" r:id="rId50"/>
    <p:sldLayoutId id="2147483772" r:id="rId51"/>
    <p:sldLayoutId id="2147483773" r:id="rId52"/>
    <p:sldLayoutId id="2147483774" r:id="rId53"/>
    <p:sldLayoutId id="2147483775" r:id="rId54"/>
    <p:sldLayoutId id="2147483776" r:id="rId55"/>
    <p:sldLayoutId id="2147483777" r:id="rId56"/>
    <p:sldLayoutId id="2147483778" r:id="rId57"/>
    <p:sldLayoutId id="2147483779" r:id="rId58"/>
    <p:sldLayoutId id="2147483780" r:id="rId5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94ED4-F3F8-EEA1-6C64-C4CB67F9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5088-0F6F-DE64-FE00-421D0498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0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00}" type="slidenum">
              <a:rPr lang="en-ZA" smtClean="0"/>
              <a:t>‹#›</a:t>
            </a:fld>
            <a:endParaRPr lang="en-ZA"/>
          </a:p>
        </p:txBody>
      </p:sp>
      <p:sp>
        <p:nvSpPr>
          <p:cNvPr id="80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506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56" r:id="rId2"/>
    <p:sldLayoutId id="2147483759" r:id="rId5"/>
    <p:sldLayoutId id="2147483661" r:id="rId6"/>
    <p:sldLayoutId id="2147483650" r:id="rId7"/>
    <p:sldLayoutId id="2147483652" r:id="rId10"/>
    <p:sldLayoutId id="2147483653" r:id="rId11"/>
    <p:sldLayoutId id="2147483654" r:id="rId12"/>
    <p:sldLayoutId id="2147483655" r:id="rId13"/>
    <p:sldLayoutId id="2147483674" r:id="rId14"/>
    <p:sldLayoutId id="2147483708" r:id="rId15"/>
    <p:sldLayoutId id="2147483678" r:id="rId18"/>
    <p:sldLayoutId id="2147483716" r:id="rId20"/>
    <p:sldLayoutId id="2147483732" r:id="rId23"/>
    <p:sldLayoutId id="2147483710" r:id="rId24"/>
    <p:sldLayoutId id="2147483713" r:id="rId27"/>
    <p:sldLayoutId id="2147483755" r:id="rId28"/>
    <p:sldLayoutId id="2147483737" r:id="rId29"/>
    <p:sldLayoutId id="2147483739" r:id="rId31"/>
    <p:sldLayoutId id="2147483740" r:id="rId32"/>
    <p:sldLayoutId id="2147483752" r:id="rId34"/>
    <p:sldLayoutId id="2147483754" r:id="rId36"/>
    <p:sldLayoutId id="2147483746" r:id="rId37"/>
    <p:sldLayoutId id="2147483718" r:id="rId38"/>
    <p:sldLayoutId id="2147483760" r:id="rId39"/>
    <p:sldLayoutId id="2147483761" r:id="rId40"/>
    <p:sldLayoutId id="2147483762" r:id="rId41"/>
    <p:sldLayoutId id="2147483763" r:id="rId42"/>
    <p:sldLayoutId id="2147483764" r:id="rId43"/>
    <p:sldLayoutId id="2147483765" r:id="rId44"/>
    <p:sldLayoutId id="2147483766" r:id="rId45"/>
    <p:sldLayoutId id="2147483767" r:id="rId46"/>
    <p:sldLayoutId id="2147483768" r:id="rId47"/>
    <p:sldLayoutId id="2147483769" r:id="rId48"/>
    <p:sldLayoutId id="2147483770" r:id="rId49"/>
    <p:sldLayoutId id="2147483771" r:id="rId50"/>
    <p:sldLayoutId id="2147483772" r:id="rId51"/>
    <p:sldLayoutId id="2147483773" r:id="rId52"/>
    <p:sldLayoutId id="2147483774" r:id="rId53"/>
    <p:sldLayoutId id="2147483775" r:id="rId54"/>
    <p:sldLayoutId id="2147483776" r:id="rId55"/>
    <p:sldLayoutId id="2147483777" r:id="rId56"/>
    <p:sldLayoutId id="2147483778" r:id="rId57"/>
    <p:sldLayoutId id="2147483779" r:id="rId58"/>
    <p:sldLayoutId id="2147483780" r:id="rId5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 Deck">
  <a:themeElements>
    <a:clrScheme name="Mint Colours">
      <a:dk1>
        <a:srgbClr val="475054"/>
      </a:dk1>
      <a:lt1>
        <a:sysClr val="window" lastClr="FFFFFF"/>
      </a:lt1>
      <a:dk2>
        <a:srgbClr val="626E73"/>
      </a:dk2>
      <a:lt2>
        <a:srgbClr val="CFD8DB"/>
      </a:lt2>
      <a:accent1>
        <a:srgbClr val="243C7A"/>
      </a:accent1>
      <a:accent2>
        <a:srgbClr val="184B9A"/>
      </a:accent2>
      <a:accent3>
        <a:srgbClr val="439E46"/>
      </a:accent3>
      <a:accent4>
        <a:srgbClr val="89C146"/>
      </a:accent4>
      <a:accent5>
        <a:srgbClr val="F15927"/>
      </a:accent5>
      <a:accent6>
        <a:srgbClr val="F48130"/>
      </a:accent6>
      <a:hlink>
        <a:srgbClr val="65A1D7"/>
      </a:hlink>
      <a:folHlink>
        <a:srgbClr val="C3E0A7"/>
      </a:folHlink>
    </a:clrScheme>
    <a:fontScheme name="Mint Font_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48F251A-718D-48A7-AE91-09DEB9CAD94F}" vid="{B106F942-0FAE-4ADF-BF19-E357DC11A9D0}"/>
    </a:ext>
  </a:extLst>
</a:theme>
</file>

<file path=ppt/theme/theme1.xml><?xml version="1.0" encoding="utf-8"?>
<a:theme xmlns:a="http://schemas.openxmlformats.org/drawingml/2006/main" name="Corporate Deck">
  <a:themeElements>
    <a:clrScheme name="Mint Colours">
      <a:dk1>
        <a:srgbClr val="475054"/>
      </a:dk1>
      <a:lt1>
        <a:sysClr val="window" lastClr="FFFFFF"/>
      </a:lt1>
      <a:dk2>
        <a:srgbClr val="626E73"/>
      </a:dk2>
      <a:lt2>
        <a:srgbClr val="CFD8DB"/>
      </a:lt2>
      <a:accent1>
        <a:srgbClr val="243C7A"/>
      </a:accent1>
      <a:accent2>
        <a:srgbClr val="184B9A"/>
      </a:accent2>
      <a:accent3>
        <a:srgbClr val="439E46"/>
      </a:accent3>
      <a:accent4>
        <a:srgbClr val="89C146"/>
      </a:accent4>
      <a:accent5>
        <a:srgbClr val="F15927"/>
      </a:accent5>
      <a:accent6>
        <a:srgbClr val="F48130"/>
      </a:accent6>
      <a:hlink>
        <a:srgbClr val="65A1D7"/>
      </a:hlink>
      <a:folHlink>
        <a:srgbClr val="C3E0A7"/>
      </a:folHlink>
    </a:clrScheme>
    <a:fontScheme name="Mint Font_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48F251A-718D-48A7-AE91-09DEB9CAD94F}" vid="{B106F942-0FAE-4ADF-BF19-E357DC11A9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89958CF074346A27985477CC51872" ma:contentTypeVersion="4" ma:contentTypeDescription="Create a new document." ma:contentTypeScope="" ma:versionID="57892641fbdc032da29375bc784c4f05">
  <xsd:schema xmlns:xsd="http://www.w3.org/2001/XMLSchema" xmlns:xs="http://www.w3.org/2001/XMLSchema" xmlns:p="http://schemas.microsoft.com/office/2006/metadata/properties" xmlns:ns2="9c3b26fa-cc3a-429f-a46a-81d615281f0f" targetNamespace="http://schemas.microsoft.com/office/2006/metadata/properties" ma:root="true" ma:fieldsID="787d6bc71ddc1106aa2c1784c56e4614" ns2:_="">
    <xsd:import namespace="9c3b26fa-cc3a-429f-a46a-81d615281f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b26fa-cc3a-429f-a46a-81d615281f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36cbaa38-dbec-48d2-b0a0-1a8feb56de5f" ContentTypeId="0x0101" PreviousValue="false" LastSyncTimeStamp="2017-01-05T13:16:00.493Z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774DB4-D8D6-4453-A776-0CF714ADBF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A006BB-8F47-4240-8544-628CF6010046}"/>
</file>

<file path=customXml/itemProps3.xml><?xml version="1.0" encoding="utf-8"?>
<ds:datastoreItem xmlns:ds="http://schemas.openxmlformats.org/officeDocument/2006/customXml" ds:itemID="{26958046-65EA-48D1-9A3A-5E447D821A09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FD37AED0-A633-486C-8268-0FC8F3DF697C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ec637fe-db01-4956-a356-f510891aaba9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1433</Words>
  <Application>Microsoft Office PowerPoint</Application>
  <PresentationFormat>Widescreen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Lato</vt:lpstr>
      <vt:lpstr>Lato Light</vt:lpstr>
      <vt:lpstr>Corporate Deck</vt:lpstr>
      <vt:lpstr>Presentation Title</vt:lpstr>
      <vt:lpstr>Agenda</vt:lpstr>
      <vt:lpstr>Section title goes here</vt:lpstr>
      <vt:lpstr>Lead every slide with its takeaway</vt:lpstr>
      <vt:lpstr>Proven, certified, trusted — 26 years with Microsoft</vt:lpstr>
      <vt:lpstr>Advise, build, run, optimise — one engagement</vt:lpstr>
      <vt:lpstr>Four gates take you from hello to steady state</vt:lpstr>
      <vt:lpstr>Every metric is tracked against a signed target</vt:lpstr>
      <vt:lpstr>One strong image carries the message</vt:lpstr>
      <vt:lpstr>One committed price, phased over the term</vt:lpstr>
      <vt:lpstr>A yes today unlocks the outcome</vt:lpstr>
      <vt:lpstr>From today to kickoff</vt:lpstr>
      <vt:lpstr>Option B reaches the outcome a year sooner</vt:lpstr>
      <vt:lpstr>One bold statement that carries the whole slide.</vt:lpstr>
      <vt:lpstr>Four numbers prove the progress</vt:lpstr>
      <vt:lpstr>Four gated phases reach steady state in month 12</vt:lpstr>
      <vt:lpstr>Adoption compounds quarter on quarter</vt:lpstr>
      <vt:lpstr>PowerPoint Presentation</vt:lpstr>
      <vt:lpstr>Institutions that run on this method</vt:lpstr>
      <vt:lpstr>Ungoverned AI is now the biggest audit risk</vt:lpstr>
      <vt:lpstr>Quick wins in quarter one fund the big bets</vt:lpstr>
      <vt:lpstr>One committee, three workstreams, 48-hour escalation</vt:lpstr>
      <vt:lpstr>A frozen pilot became a full rollout in 14 months</vt:lpstr>
      <vt:lpstr>The four questions every board asks — answered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Francine du Plooy</dc:creator>
  <cp:lastModifiedBy>Francine du Plooy</cp:lastModifiedBy>
  <cp:revision>1</cp:revision>
  <dcterms:created xsi:type="dcterms:W3CDTF">2026-07-22T08:01:08Z</dcterms:created>
  <dcterms:modified xsi:type="dcterms:W3CDTF">2026-07-22T08:12:31Z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0x01010036889958CF074346A27985477CC51872</vt:lpwstr>
  </property>
</Properties>
</file>